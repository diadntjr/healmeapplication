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  <p:sldMasterId id="2147483671" r:id="rId2"/>
  </p:sldMasterIdLst>
  <p:notesMasterIdLst>
    <p:notesMasterId r:id="rId2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오버" initials="" lastIdx="1" clrIdx="0"/>
  <p:cmAuthor id="1" name="조수현" initials="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8C1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1E9742D-C93D-4FD6-BD82-F3A492F2C9AF}">
  <a:tblStyle styleId="{D1E9742D-C93D-4FD6-BD82-F3A492F2C9A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commentAuthors" Target="commentAuthor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1316황우석" userId="2bcde20f-97c0-44a8-9ac6-408aed66672a" providerId="ADAL" clId="{5D00B4A7-7FEF-45E4-9673-E5CD549110C9}"/>
    <pc:docChg chg="undo custSel modSld">
      <pc:chgData name="1316황우석" userId="2bcde20f-97c0-44a8-9ac6-408aed66672a" providerId="ADAL" clId="{5D00B4A7-7FEF-45E4-9673-E5CD549110C9}" dt="2021-07-06T10:18:40.177" v="75" actId="207"/>
      <pc:docMkLst>
        <pc:docMk/>
      </pc:docMkLst>
      <pc:sldChg chg="modSp">
        <pc:chgData name="1316황우석" userId="2bcde20f-97c0-44a8-9ac6-408aed66672a" providerId="ADAL" clId="{5D00B4A7-7FEF-45E4-9673-E5CD549110C9}" dt="2021-07-06T10:16:23.579" v="30" actId="27636"/>
        <pc:sldMkLst>
          <pc:docMk/>
          <pc:sldMk cId="0" sldId="268"/>
        </pc:sldMkLst>
        <pc:spChg chg="mod">
          <ac:chgData name="1316황우석" userId="2bcde20f-97c0-44a8-9ac6-408aed66672a" providerId="ADAL" clId="{5D00B4A7-7FEF-45E4-9673-E5CD549110C9}" dt="2021-07-06T10:16:23.579" v="30" actId="27636"/>
          <ac:spMkLst>
            <pc:docMk/>
            <pc:sldMk cId="0" sldId="268"/>
            <ac:spMk id="225" creationId="{00000000-0000-0000-0000-000000000000}"/>
          </ac:spMkLst>
        </pc:spChg>
      </pc:sldChg>
      <pc:sldChg chg="addSp delSp modSp">
        <pc:chgData name="1316황우석" userId="2bcde20f-97c0-44a8-9ac6-408aed66672a" providerId="ADAL" clId="{5D00B4A7-7FEF-45E4-9673-E5CD549110C9}" dt="2021-07-06T10:18:40.177" v="75" actId="207"/>
        <pc:sldMkLst>
          <pc:docMk/>
          <pc:sldMk cId="0" sldId="276"/>
        </pc:sldMkLst>
        <pc:spChg chg="add del mod">
          <ac:chgData name="1316황우석" userId="2bcde20f-97c0-44a8-9ac6-408aed66672a" providerId="ADAL" clId="{5D00B4A7-7FEF-45E4-9673-E5CD549110C9}" dt="2021-07-06T10:16:24.863" v="31" actId="478"/>
          <ac:spMkLst>
            <pc:docMk/>
            <pc:sldMk cId="0" sldId="276"/>
            <ac:spMk id="2" creationId="{EC6FF648-366F-44B3-BA41-57392F135E08}"/>
          </ac:spMkLst>
        </pc:spChg>
        <pc:spChg chg="add mod">
          <ac:chgData name="1316황우석" userId="2bcde20f-97c0-44a8-9ac6-408aed66672a" providerId="ADAL" clId="{5D00B4A7-7FEF-45E4-9673-E5CD549110C9}" dt="2021-07-06T10:18:40.177" v="75" actId="207"/>
          <ac:spMkLst>
            <pc:docMk/>
            <pc:sldMk cId="0" sldId="276"/>
            <ac:spMk id="15" creationId="{F57C5958-3D99-43AB-8A2F-FC006F8D4FB7}"/>
          </ac:spMkLst>
        </pc:spChg>
        <pc:spChg chg="mod">
          <ac:chgData name="1316황우석" userId="2bcde20f-97c0-44a8-9ac6-408aed66672a" providerId="ADAL" clId="{5D00B4A7-7FEF-45E4-9673-E5CD549110C9}" dt="2021-07-06T10:12:38.617" v="0" actId="1076"/>
          <ac:spMkLst>
            <pc:docMk/>
            <pc:sldMk cId="0" sldId="276"/>
            <ac:spMk id="273" creationId="{00000000-0000-0000-0000-000000000000}"/>
          </ac:spMkLst>
        </pc:spChg>
        <pc:spChg chg="mod">
          <ac:chgData name="1316황우석" userId="2bcde20f-97c0-44a8-9ac6-408aed66672a" providerId="ADAL" clId="{5D00B4A7-7FEF-45E4-9673-E5CD549110C9}" dt="2021-07-06T10:14:49.830" v="25" actId="1076"/>
          <ac:spMkLst>
            <pc:docMk/>
            <pc:sldMk cId="0" sldId="276"/>
            <ac:spMk id="278" creationId="{00000000-0000-0000-0000-000000000000}"/>
          </ac:spMkLst>
        </pc:spChg>
        <pc:spChg chg="mod">
          <ac:chgData name="1316황우석" userId="2bcde20f-97c0-44a8-9ac6-408aed66672a" providerId="ADAL" clId="{5D00B4A7-7FEF-45E4-9673-E5CD549110C9}" dt="2021-07-06T10:14:53.157" v="26" actId="1076"/>
          <ac:spMkLst>
            <pc:docMk/>
            <pc:sldMk cId="0" sldId="276"/>
            <ac:spMk id="279" creationId="{00000000-0000-0000-0000-000000000000}"/>
          </ac:spMkLst>
        </pc:spChg>
        <pc:spChg chg="mod">
          <ac:chgData name="1316황우석" userId="2bcde20f-97c0-44a8-9ac6-408aed66672a" providerId="ADAL" clId="{5D00B4A7-7FEF-45E4-9673-E5CD549110C9}" dt="2021-07-06T10:14:55.866" v="27" actId="1076"/>
          <ac:spMkLst>
            <pc:docMk/>
            <pc:sldMk cId="0" sldId="276"/>
            <ac:spMk id="280" creationId="{00000000-0000-0000-0000-000000000000}"/>
          </ac:spMkLst>
        </pc:spChg>
        <pc:spChg chg="mod">
          <ac:chgData name="1316황우석" userId="2bcde20f-97c0-44a8-9ac6-408aed66672a" providerId="ADAL" clId="{5D00B4A7-7FEF-45E4-9673-E5CD549110C9}" dt="2021-07-06T10:18:01.711" v="61" actId="14100"/>
          <ac:spMkLst>
            <pc:docMk/>
            <pc:sldMk cId="0" sldId="276"/>
            <ac:spMk id="281" creationId="{00000000-0000-0000-0000-000000000000}"/>
          </ac:spMkLst>
        </pc:spChg>
        <pc:graphicFrameChg chg="add mod ord">
          <ac:chgData name="1316황우석" userId="2bcde20f-97c0-44a8-9ac6-408aed66672a" providerId="ADAL" clId="{5D00B4A7-7FEF-45E4-9673-E5CD549110C9}" dt="2021-07-06T10:17:53.117" v="59" actId="167"/>
          <ac:graphicFrameMkLst>
            <pc:docMk/>
            <pc:sldMk cId="0" sldId="276"/>
            <ac:graphicFrameMk id="3" creationId="{D1B09501-3C76-4F9A-8ADD-65A6C39306AA}"/>
          </ac:graphicFrameMkLst>
        </pc:graphicFrameChg>
        <pc:graphicFrameChg chg="add del">
          <ac:chgData name="1316황우석" userId="2bcde20f-97c0-44a8-9ac6-408aed66672a" providerId="ADAL" clId="{5D00B4A7-7FEF-45E4-9673-E5CD549110C9}" dt="2021-07-06T10:17:11.324" v="53" actId="478"/>
          <ac:graphicFrameMkLst>
            <pc:docMk/>
            <pc:sldMk cId="0" sldId="276"/>
            <ac:graphicFrameMk id="4" creationId="{B4DA039E-F3E4-4917-B069-038D9C5E0564}"/>
          </ac:graphicFrameMkLst>
        </pc:graphicFrameChg>
        <pc:graphicFrameChg chg="add mod modGraphic">
          <ac:chgData name="1316황우석" userId="2bcde20f-97c0-44a8-9ac6-408aed66672a" providerId="ADAL" clId="{5D00B4A7-7FEF-45E4-9673-E5CD549110C9}" dt="2021-07-06T10:17:28.264" v="57" actId="120"/>
          <ac:graphicFrameMkLst>
            <pc:docMk/>
            <pc:sldMk cId="0" sldId="276"/>
            <ac:graphicFrameMk id="12" creationId="{4B00BDDD-B44B-4B0F-AE12-ECF0AF4B5CDC}"/>
          </ac:graphicFrameMkLst>
        </pc:graphicFrameChg>
        <pc:graphicFrameChg chg="mod modGraphic">
          <ac:chgData name="1316황우석" userId="2bcde20f-97c0-44a8-9ac6-408aed66672a" providerId="ADAL" clId="{5D00B4A7-7FEF-45E4-9673-E5CD549110C9}" dt="2021-07-06T10:14:32.925" v="22" actId="14100"/>
          <ac:graphicFrameMkLst>
            <pc:docMk/>
            <pc:sldMk cId="0" sldId="276"/>
            <ac:graphicFrameMk id="274" creationId="{00000000-0000-0000-0000-000000000000}"/>
          </ac:graphicFrameMkLst>
        </pc:graphicFrameChg>
        <pc:graphicFrameChg chg="modGraphic">
          <ac:chgData name="1316황우석" userId="2bcde20f-97c0-44a8-9ac6-408aed66672a" providerId="ADAL" clId="{5D00B4A7-7FEF-45E4-9673-E5CD549110C9}" dt="2021-07-06T10:14:18.429" v="20" actId="14734"/>
          <ac:graphicFrameMkLst>
            <pc:docMk/>
            <pc:sldMk cId="0" sldId="276"/>
            <ac:graphicFrameMk id="275" creationId="{00000000-0000-0000-0000-000000000000}"/>
          </ac:graphicFrameMkLst>
        </pc:graphicFrameChg>
        <pc:graphicFrameChg chg="mod ord modGraphic">
          <ac:chgData name="1316황우석" userId="2bcde20f-97c0-44a8-9ac6-408aed66672a" providerId="ADAL" clId="{5D00B4A7-7FEF-45E4-9673-E5CD549110C9}" dt="2021-07-06T10:18:18.902" v="71"/>
          <ac:graphicFrameMkLst>
            <pc:docMk/>
            <pc:sldMk cId="0" sldId="276"/>
            <ac:graphicFrameMk id="276" creationId="{00000000-0000-0000-0000-000000000000}"/>
          </ac:graphicFrameMkLst>
        </pc:graphicFrameChg>
        <pc:graphicFrameChg chg="mod modGraphic">
          <ac:chgData name="1316황우석" userId="2bcde20f-97c0-44a8-9ac6-408aed66672a" providerId="ADAL" clId="{5D00B4A7-7FEF-45E4-9673-E5CD549110C9}" dt="2021-07-06T10:14:46.467" v="24" actId="14100"/>
          <ac:graphicFrameMkLst>
            <pc:docMk/>
            <pc:sldMk cId="0" sldId="276"/>
            <ac:graphicFrameMk id="277" creationId="{00000000-0000-0000-0000-000000000000}"/>
          </ac:graphicFrameMkLst>
        </pc:graphicFrame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1-06-14T11:14:18.465" idx="1">
    <p:pos x="6000" y="0"/>
    <p:text>플러터란 무엇이냐? 플러터란 구글에서 2017년에 출시한 UI SDK의 일종입니다. 사용 언어로는 Dart를
사용 중이며, 하나의 코드로 안드로이드와 IOS를 둘 다 런칭 가능합니다. 재미있는 점으로는 
안드로이드 스튜디오뿐만 아니라, 비쥬얼 스튜디오 코드 같은 곳에서 소프트웨어 디자인을 할 수 있다는
점이다.
또한, 장점으로는 성능이 우수하고, 디자인이 다채롭고, 멋진 애니메이션을 적용한 앱이 많다.
반대로 단점은 C/C++ 라이브러리 호출이 불가하고, 임베디드 안드로이드 뷰에서 키보드 생성 안됨
등이 있다.
Dart란? 구글이 javascript를 대체하기 위해 2011년에 개발한 웹프로그래밍 언어이다.
특징 : 쉽고 간단하다. 특히 Java를 배웠던 사람이면 더욱 친숙하게 다가갈 수 있다. (대부분의 문법이
java와 비슷하게 이루어짐)
모든 것들이 전부 Object 로 취급한다.
더욱 더 간단해진 명령어들!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1-06-14T11:18:00.954" idx="1">
    <p:pos x="252" y="121"/>
    <p:text>-스토리보드 생김새
-프로그램 오류시 다시 스토리보드를 보고 고쳐나갈 수 있음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dfd86148dc_14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55875" tIns="55875" rIns="55875" bIns="558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gdfd86148dc_14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13" y="685800"/>
            <a:ext cx="342916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dfd86148dc_8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dfd86148dc_8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dfd86148dc_14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55875" tIns="55875" rIns="55875" bIns="5587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300">
                <a:solidFill>
                  <a:schemeClr val="dk1"/>
                </a:solidFill>
              </a:rPr>
              <a:t>맨처음에는 건강상태자가진단 앱을 만들어내는 것을 목표로 하였지만</a:t>
            </a: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300">
                <a:solidFill>
                  <a:schemeClr val="dk1"/>
                </a:solidFill>
              </a:rPr>
              <a:t>후에 게임처럼 즐겁게 건강 관리를 할수 없을까? 라는 생각에 사람들이 쉽게 즐길수 있는 게임과 건강까지 챙길수 있는 앱을 만들어내는 것을 목표로 하였다.</a:t>
            </a: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gdfd86148dc_14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13" y="685800"/>
            <a:ext cx="342916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dfd86148dc_22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dfd86148dc_22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ko"/>
              <a:t>로그인 2. 사설방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dfd86148dc_23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dfd86148dc_23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3. 미션 4. 프로필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dfd86148dc_23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dfd86148dc_23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5. 관리자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dfd86148dc_23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dfd86148dc_23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dfd86148dc_14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55875" tIns="55875" rIns="55875" bIns="558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gdfd86148dc_14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13" y="685800"/>
            <a:ext cx="3429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dfd86148dc_5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dfd86148dc_5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dfd86148dc_8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dfd86148dc_8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dfd86148dc_8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dfd86148dc_8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dfd86148dc_14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55875" tIns="55875" rIns="55875" bIns="558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gdfd86148dc_14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13" y="685800"/>
            <a:ext cx="342916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dfd86148dc_14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55875" tIns="55875" rIns="55875" bIns="558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gdfd86148dc_14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dfd86148dc_6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dfd86148dc_6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dfd86148dc_8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dfd86148dc_8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dfd86148dc_8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dfd86148dc_8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dfd86148dc_8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dfd86148dc_8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dfd86148dc_8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dfd86148dc_8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dfd86148dc_8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dfd86148dc_8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dfd86148dc_8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dfd86148dc_8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dfd86148dc_6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dfd86148dc_6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dfd86148dc_8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dfd86148dc_8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342900" y="1065213"/>
            <a:ext cx="3886200" cy="735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361156" y="2203450"/>
            <a:ext cx="3886200" cy="681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>
            <a:off x="361156" y="1453357"/>
            <a:ext cx="3886200" cy="750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�"/>
              <a:defRPr sz="1400"/>
            </a:lvl1pPr>
            <a:lvl2pPr marL="914400" lvl="1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�"/>
              <a:defRPr sz="1200"/>
            </a:lvl2pPr>
            <a:lvl3pPr marL="1371600" lvl="2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�"/>
              <a:defRPr sz="1000"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 sz="900"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 sz="900"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 sz="900"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 sz="900"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 sz="900"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 sz="900"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body" idx="2"/>
          </p:nvPr>
        </p:nvSpPr>
        <p:spPr>
          <a:xfrm>
            <a:off x="23241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�"/>
              <a:defRPr sz="1400"/>
            </a:lvl1pPr>
            <a:lvl2pPr marL="914400" lvl="1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�"/>
              <a:defRPr sz="1200"/>
            </a:lvl2pPr>
            <a:lvl3pPr marL="1371600" lvl="2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�"/>
              <a:defRPr sz="1000"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 sz="900"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 sz="900"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 sz="900"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 sz="900"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 sz="900"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 sz="900"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body" idx="1"/>
          </p:nvPr>
        </p:nvSpPr>
        <p:spPr>
          <a:xfrm>
            <a:off x="228600" y="767556"/>
            <a:ext cx="2020094" cy="319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2"/>
          </p:nvPr>
        </p:nvSpPr>
        <p:spPr>
          <a:xfrm>
            <a:off x="228600" y="1087438"/>
            <a:ext cx="2020094" cy="1975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�"/>
              <a:defRPr sz="1200"/>
            </a:lvl1pPr>
            <a:lvl2pPr marL="914400" lvl="1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�"/>
              <a:defRPr sz="1000"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 sz="900"/>
            </a:lvl3pPr>
            <a:lvl4pPr marL="1828800" lvl="3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�"/>
              <a:defRPr sz="800"/>
            </a:lvl4pPr>
            <a:lvl5pPr marL="2286000" lvl="4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�"/>
              <a:defRPr sz="800"/>
            </a:lvl5pPr>
            <a:lvl6pPr marL="2743200" lvl="5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�"/>
              <a:defRPr sz="800"/>
            </a:lvl6pPr>
            <a:lvl7pPr marL="3200400" lvl="6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�"/>
              <a:defRPr sz="800"/>
            </a:lvl7pPr>
            <a:lvl8pPr marL="3657600" lvl="7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�"/>
              <a:defRPr sz="800"/>
            </a:lvl8pPr>
            <a:lvl9pPr marL="4114800" lvl="8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�"/>
              <a:defRPr sz="800"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3"/>
          </p:nvPr>
        </p:nvSpPr>
        <p:spPr>
          <a:xfrm>
            <a:off x="2322513" y="767556"/>
            <a:ext cx="2020887" cy="319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4"/>
          </p:nvPr>
        </p:nvSpPr>
        <p:spPr>
          <a:xfrm>
            <a:off x="2322513" y="1087438"/>
            <a:ext cx="2020887" cy="1975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�"/>
              <a:defRPr sz="1200"/>
            </a:lvl1pPr>
            <a:lvl2pPr marL="914400" lvl="1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�"/>
              <a:defRPr sz="1000"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 sz="900"/>
            </a:lvl3pPr>
            <a:lvl4pPr marL="1828800" lvl="3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�"/>
              <a:defRPr sz="800"/>
            </a:lvl4pPr>
            <a:lvl5pPr marL="2286000" lvl="4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�"/>
              <a:defRPr sz="800"/>
            </a:lvl5pPr>
            <a:lvl6pPr marL="2743200" lvl="5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�"/>
              <a:defRPr sz="800"/>
            </a:lvl6pPr>
            <a:lvl7pPr marL="3200400" lvl="6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�"/>
              <a:defRPr sz="800"/>
            </a:lvl7pPr>
            <a:lvl8pPr marL="3657600" lvl="7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�"/>
              <a:defRPr sz="800"/>
            </a:lvl8pPr>
            <a:lvl9pPr marL="4114800" lvl="8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�"/>
              <a:defRPr sz="800"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228600" y="136525"/>
            <a:ext cx="150415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1787525" y="136525"/>
            <a:ext cx="2555875" cy="2926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30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�"/>
              <a:defRPr sz="1400"/>
            </a:lvl2pPr>
            <a:lvl3pPr marL="1371600" lvl="2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�"/>
              <a:defRPr sz="1200"/>
            </a:lvl3pPr>
            <a:lvl4pPr marL="1828800" lvl="3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�"/>
              <a:defRPr sz="1000"/>
            </a:lvl4pPr>
            <a:lvl5pPr marL="2286000" lvl="4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�"/>
              <a:defRPr sz="1000"/>
            </a:lvl5pPr>
            <a:lvl6pPr marL="2743200" lvl="5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�"/>
              <a:defRPr sz="1000"/>
            </a:lvl6pPr>
            <a:lvl7pPr marL="3200400" lvl="6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�"/>
              <a:defRPr sz="1000"/>
            </a:lvl7pPr>
            <a:lvl8pPr marL="3657600" lvl="7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�"/>
              <a:defRPr sz="1000"/>
            </a:lvl8pPr>
            <a:lvl9pPr marL="4114800" lvl="8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�"/>
              <a:defRPr sz="1000"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228600" y="717550"/>
            <a:ext cx="1504157" cy="2345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896144" y="2400300"/>
            <a:ext cx="2743200" cy="283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>
            <a:lvl1pPr marR="0" lvl="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896144" y="2683669"/>
            <a:ext cx="2743200" cy="402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 rot="5400000">
            <a:off x="1154509" y="-125809"/>
            <a:ext cx="2262982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2366169" y="1085850"/>
            <a:ext cx="292576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270669" y="95250"/>
            <a:ext cx="2925763" cy="30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�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marR="0" lvl="0" indent="-330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�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�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48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�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�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�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�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�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�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�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7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Relationship Id="rId4" Type="http://schemas.openxmlformats.org/officeDocument/2006/relationships/comments" Target="../comments/commen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comments" Target="../comments/commen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809039"/>
            <a:ext cx="333817" cy="333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09040" y="4809039"/>
            <a:ext cx="333817" cy="333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65052" y="4665052"/>
            <a:ext cx="477804" cy="477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333817" cy="333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09040" y="0"/>
            <a:ext cx="333817" cy="333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477804" cy="477804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5"/>
          <p:cNvSpPr txBox="1"/>
          <p:nvPr/>
        </p:nvSpPr>
        <p:spPr>
          <a:xfrm>
            <a:off x="835042" y="874638"/>
            <a:ext cx="10511100" cy="43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0" b="1"/>
              <a:t>슬기로운</a:t>
            </a:r>
            <a:endParaRPr sz="8500" b="1"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0" b="1"/>
              <a:t>건강 생활</a:t>
            </a:r>
            <a:endParaRPr sz="8500" b="1"/>
          </a:p>
        </p:txBody>
      </p:sp>
      <p:sp>
        <p:nvSpPr>
          <p:cNvPr id="136" name="Google Shape;136;p25"/>
          <p:cNvSpPr txBox="1"/>
          <p:nvPr/>
        </p:nvSpPr>
        <p:spPr>
          <a:xfrm>
            <a:off x="1104494" y="3545634"/>
            <a:ext cx="2294700" cy="4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 b="1"/>
              <a:t>-건강하게 해조-</a:t>
            </a:r>
            <a:endParaRPr sz="10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5"/>
          <p:cNvSpPr txBox="1"/>
          <p:nvPr/>
        </p:nvSpPr>
        <p:spPr>
          <a:xfrm>
            <a:off x="9344025" y="3964775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>
            <a:spLocks noGrp="1"/>
          </p:cNvSpPr>
          <p:nvPr>
            <p:ph type="title"/>
          </p:nvPr>
        </p:nvSpPr>
        <p:spPr>
          <a:xfrm>
            <a:off x="216425" y="527325"/>
            <a:ext cx="2794200" cy="571500"/>
          </a:xfrm>
          <a:prstGeom prst="rect">
            <a:avLst/>
          </a:prstGeom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3600"/>
              <a:t>목차</a:t>
            </a:r>
            <a:endParaRPr sz="3600"/>
          </a:p>
        </p:txBody>
      </p:sp>
      <p:sp>
        <p:nvSpPr>
          <p:cNvPr id="143" name="Google Shape;143;p26"/>
          <p:cNvSpPr txBox="1"/>
          <p:nvPr/>
        </p:nvSpPr>
        <p:spPr>
          <a:xfrm>
            <a:off x="1011625" y="1340725"/>
            <a:ext cx="6057600" cy="26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746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Calibri"/>
              <a:buAutoNum type="arabicPeriod"/>
            </a:pPr>
            <a:r>
              <a:rPr lang="ko" sz="2300">
                <a:latin typeface="Calibri"/>
                <a:ea typeface="Calibri"/>
                <a:cs typeface="Calibri"/>
                <a:sym typeface="Calibri"/>
              </a:rPr>
              <a:t>어쩌다 이걸 만들었을까….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746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Calibri"/>
              <a:buAutoNum type="arabicPeriod"/>
            </a:pPr>
            <a:r>
              <a:rPr lang="ko" sz="2300">
                <a:latin typeface="Calibri"/>
                <a:ea typeface="Calibri"/>
                <a:cs typeface="Calibri"/>
                <a:sym typeface="Calibri"/>
              </a:rPr>
              <a:t>어떤 앱이지?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746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Calibri"/>
              <a:buAutoNum type="arabicPeriod"/>
            </a:pPr>
            <a:r>
              <a:rPr lang="ko" sz="2300">
                <a:latin typeface="Calibri"/>
                <a:ea typeface="Calibri"/>
                <a:cs typeface="Calibri"/>
                <a:sym typeface="Calibri"/>
              </a:rPr>
              <a:t>지금까지 공부한 내용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746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Calibri"/>
              <a:buAutoNum type="arabicPeriod"/>
            </a:pPr>
            <a:r>
              <a:rPr lang="ko" sz="2300">
                <a:latin typeface="Calibri"/>
                <a:ea typeface="Calibri"/>
                <a:cs typeface="Calibri"/>
                <a:sym typeface="Calibri"/>
              </a:rPr>
              <a:t>앞으로 무엇을 할까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809039"/>
            <a:ext cx="333817" cy="333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09040" y="4809039"/>
            <a:ext cx="333817" cy="333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65052" y="4665052"/>
            <a:ext cx="477804" cy="477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333817" cy="333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09040" y="0"/>
            <a:ext cx="333817" cy="333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477804" cy="477804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7"/>
          <p:cNvSpPr txBox="1"/>
          <p:nvPr/>
        </p:nvSpPr>
        <p:spPr>
          <a:xfrm>
            <a:off x="0" y="-1"/>
            <a:ext cx="5255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4300" b="1"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4300" b="1"/>
              <a:t>개발동기</a:t>
            </a:r>
            <a:endParaRPr sz="4300" b="1"/>
          </a:p>
        </p:txBody>
      </p:sp>
      <p:pic>
        <p:nvPicPr>
          <p:cNvPr id="155" name="Google Shape;155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0825" y="1774675"/>
            <a:ext cx="3108901" cy="289037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7"/>
          <p:cNvSpPr/>
          <p:nvPr/>
        </p:nvSpPr>
        <p:spPr>
          <a:xfrm>
            <a:off x="3567888" y="2501513"/>
            <a:ext cx="1687800" cy="14367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27"/>
          <p:cNvSpPr txBox="1"/>
          <p:nvPr/>
        </p:nvSpPr>
        <p:spPr>
          <a:xfrm>
            <a:off x="5111675" y="1654400"/>
            <a:ext cx="3930600" cy="29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0">
                <a:latin typeface="Impact"/>
                <a:ea typeface="Impact"/>
                <a:cs typeface="Impact"/>
                <a:sym typeface="Impact"/>
              </a:rPr>
              <a:t>게임 </a:t>
            </a:r>
            <a:endParaRPr sz="6000">
              <a:latin typeface="Impact"/>
              <a:ea typeface="Impact"/>
              <a:cs typeface="Impact"/>
              <a:sym typeface="Impac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0">
                <a:latin typeface="Impact"/>
                <a:ea typeface="Impact"/>
                <a:cs typeface="Impact"/>
                <a:sym typeface="Impact"/>
              </a:rPr>
              <a:t>         &amp;</a:t>
            </a:r>
            <a:endParaRPr sz="6000">
              <a:latin typeface="Impact"/>
              <a:ea typeface="Impact"/>
              <a:cs typeface="Impact"/>
              <a:sym typeface="Impac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0">
                <a:latin typeface="Impact"/>
                <a:ea typeface="Impact"/>
                <a:cs typeface="Impact"/>
                <a:sym typeface="Impact"/>
              </a:rPr>
              <a:t>              건강</a:t>
            </a:r>
            <a:endParaRPr sz="6000"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"/>
          <p:cNvSpPr txBox="1">
            <a:spLocks noGrp="1"/>
          </p:cNvSpPr>
          <p:nvPr>
            <p:ph type="ctrTitle"/>
          </p:nvPr>
        </p:nvSpPr>
        <p:spPr>
          <a:xfrm>
            <a:off x="-492250" y="743775"/>
            <a:ext cx="3606600" cy="735000"/>
          </a:xfrm>
          <a:prstGeom prst="rect">
            <a:avLst/>
          </a:prstGeom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4300" b="1"/>
              <a:t>앱 주요 기능</a:t>
            </a:r>
            <a:endParaRPr sz="4300" b="1"/>
          </a:p>
        </p:txBody>
      </p:sp>
      <p:pic>
        <p:nvPicPr>
          <p:cNvPr id="163" name="Google Shape;16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75" y="1631150"/>
            <a:ext cx="3815725" cy="315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92625" y="1631150"/>
            <a:ext cx="4961950" cy="315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 txBox="1">
            <a:spLocks noGrp="1"/>
          </p:cNvSpPr>
          <p:nvPr>
            <p:ph type="ctrTitle"/>
          </p:nvPr>
        </p:nvSpPr>
        <p:spPr>
          <a:xfrm>
            <a:off x="-492250" y="743775"/>
            <a:ext cx="3606600" cy="735000"/>
          </a:xfrm>
          <a:prstGeom prst="rect">
            <a:avLst/>
          </a:prstGeom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4300" b="1"/>
              <a:t>앱 주요 기능</a:t>
            </a:r>
            <a:endParaRPr sz="4300" b="1"/>
          </a:p>
        </p:txBody>
      </p:sp>
      <p:pic>
        <p:nvPicPr>
          <p:cNvPr id="170" name="Google Shape;17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625" y="1832100"/>
            <a:ext cx="4217575" cy="298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24200" y="307550"/>
            <a:ext cx="3775550" cy="45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0"/>
          <p:cNvSpPr txBox="1">
            <a:spLocks noGrp="1"/>
          </p:cNvSpPr>
          <p:nvPr>
            <p:ph type="ctrTitle"/>
          </p:nvPr>
        </p:nvSpPr>
        <p:spPr>
          <a:xfrm>
            <a:off x="-492250" y="743775"/>
            <a:ext cx="3606600" cy="735000"/>
          </a:xfrm>
          <a:prstGeom prst="rect">
            <a:avLst/>
          </a:prstGeom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4300" b="1"/>
              <a:t>앱 주요 기능</a:t>
            </a:r>
            <a:endParaRPr sz="4300" b="1"/>
          </a:p>
        </p:txBody>
      </p:sp>
      <p:pic>
        <p:nvPicPr>
          <p:cNvPr id="177" name="Google Shape;17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3613" y="1478775"/>
            <a:ext cx="4036775" cy="326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1"/>
          <p:cNvSpPr txBox="1">
            <a:spLocks noGrp="1"/>
          </p:cNvSpPr>
          <p:nvPr>
            <p:ph type="ctrTitle"/>
          </p:nvPr>
        </p:nvSpPr>
        <p:spPr>
          <a:xfrm>
            <a:off x="342900" y="1065213"/>
            <a:ext cx="3886200" cy="735000"/>
          </a:xfrm>
          <a:prstGeom prst="rect">
            <a:avLst/>
          </a:prstGeom>
        </p:spPr>
        <p:txBody>
          <a:bodyPr spcFirstLastPara="1" wrap="square" lIns="45725" tIns="22850" rIns="45725" bIns="2285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31"/>
          <p:cNvSpPr txBox="1">
            <a:spLocks noGrp="1"/>
          </p:cNvSpPr>
          <p:nvPr>
            <p:ph type="subTitle" idx="1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</p:spPr>
        <p:txBody>
          <a:bodyPr spcFirstLastPara="1" wrap="square" lIns="45725" tIns="22850" rIns="45725" bIns="22850" anchor="t" anchorCtr="0">
            <a:norm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6101" y="1513876"/>
            <a:ext cx="5002075" cy="1536217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32"/>
          <p:cNvSpPr txBox="1">
            <a:spLocks noGrp="1"/>
          </p:cNvSpPr>
          <p:nvPr>
            <p:ph type="title"/>
          </p:nvPr>
        </p:nvSpPr>
        <p:spPr>
          <a:xfrm>
            <a:off x="-441775" y="112950"/>
            <a:ext cx="3769200" cy="594000"/>
          </a:xfrm>
          <a:prstGeom prst="rect">
            <a:avLst/>
          </a:prstGeom>
        </p:spPr>
        <p:txBody>
          <a:bodyPr spcFirstLastPara="1" wrap="square" lIns="45725" tIns="22850" rIns="45725" bIns="2285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700"/>
              <a:t>Flutter</a:t>
            </a:r>
            <a:endParaRPr sz="27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/>
          <p:nvPr/>
        </p:nvSpPr>
        <p:spPr>
          <a:xfrm>
            <a:off x="246600" y="1925250"/>
            <a:ext cx="86508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SzPts val="3600"/>
              <a:buFont typeface="Calibri"/>
              <a:buChar char="●"/>
            </a:pPr>
            <a:r>
              <a:rPr lang="ko" sz="3600">
                <a:latin typeface="Calibri"/>
                <a:ea typeface="Calibri"/>
                <a:cs typeface="Calibri"/>
                <a:sym typeface="Calibri"/>
              </a:rPr>
              <a:t>iOS 런칭</a:t>
            </a:r>
            <a:endParaRPr sz="36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SzPts val="3600"/>
              <a:buFont typeface="Calibri"/>
              <a:buChar char="●"/>
            </a:pPr>
            <a:r>
              <a:rPr lang="ko" sz="3600">
                <a:latin typeface="Calibri"/>
                <a:ea typeface="Calibri"/>
                <a:cs typeface="Calibri"/>
                <a:sym typeface="Calibri"/>
              </a:rPr>
              <a:t> 자바 보다 간단하기 때문이다.</a:t>
            </a:r>
            <a:endParaRPr sz="3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33"/>
          <p:cNvSpPr txBox="1"/>
          <p:nvPr/>
        </p:nvSpPr>
        <p:spPr>
          <a:xfrm>
            <a:off x="403000" y="254525"/>
            <a:ext cx="7593300" cy="7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3500">
                <a:latin typeface="Calibri"/>
                <a:ea typeface="Calibri"/>
                <a:cs typeface="Calibri"/>
                <a:sym typeface="Calibri"/>
              </a:rPr>
              <a:t>쓰는 이유!</a:t>
            </a:r>
            <a:endParaRPr sz="35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4"/>
          <p:cNvSpPr txBox="1">
            <a:spLocks noGrp="1"/>
          </p:cNvSpPr>
          <p:nvPr>
            <p:ph type="ctrTitle"/>
          </p:nvPr>
        </p:nvSpPr>
        <p:spPr>
          <a:xfrm>
            <a:off x="342900" y="252100"/>
            <a:ext cx="8801100" cy="735000"/>
          </a:xfrm>
          <a:prstGeom prst="rect">
            <a:avLst/>
          </a:prstGeom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500"/>
              <a:t>우리가 공부했던 것</a:t>
            </a:r>
            <a:endParaRPr sz="5500"/>
          </a:p>
        </p:txBody>
      </p:sp>
      <p:sp>
        <p:nvSpPr>
          <p:cNvPr id="201" name="Google Shape;201;p34"/>
          <p:cNvSpPr txBox="1"/>
          <p:nvPr/>
        </p:nvSpPr>
        <p:spPr>
          <a:xfrm>
            <a:off x="1340725" y="1621050"/>
            <a:ext cx="6045600" cy="26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82600" algn="l" rtl="0">
              <a:spcBef>
                <a:spcPts val="0"/>
              </a:spcBef>
              <a:spcAft>
                <a:spcPts val="0"/>
              </a:spcAft>
              <a:buSzPts val="4000"/>
              <a:buFont typeface="Calibri"/>
              <a:buAutoNum type="arabicPeriod"/>
            </a:pPr>
            <a:r>
              <a:rPr lang="ko" sz="4000">
                <a:latin typeface="Calibri"/>
                <a:ea typeface="Calibri"/>
                <a:cs typeface="Calibri"/>
                <a:sym typeface="Calibri"/>
              </a:rPr>
              <a:t>사이트맵 &amp; 스토리보드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82600" algn="l" rtl="0">
              <a:spcBef>
                <a:spcPts val="0"/>
              </a:spcBef>
              <a:spcAft>
                <a:spcPts val="0"/>
              </a:spcAft>
              <a:buSzPts val="4000"/>
              <a:buFont typeface="Calibri"/>
              <a:buAutoNum type="arabicPeriod"/>
            </a:pPr>
            <a:r>
              <a:rPr lang="ko" sz="4000">
                <a:latin typeface="Calibri"/>
                <a:ea typeface="Calibri"/>
                <a:cs typeface="Calibri"/>
                <a:sym typeface="Calibri"/>
              </a:rPr>
              <a:t>기본적인 알고리즘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82600" algn="l" rtl="0">
              <a:spcBef>
                <a:spcPts val="0"/>
              </a:spcBef>
              <a:spcAft>
                <a:spcPts val="0"/>
              </a:spcAft>
              <a:buSzPts val="4000"/>
              <a:buFont typeface="Calibri"/>
              <a:buAutoNum type="arabicPeriod"/>
            </a:pPr>
            <a:r>
              <a:rPr lang="ko" sz="4000">
                <a:latin typeface="Calibri"/>
                <a:ea typeface="Calibri"/>
                <a:cs typeface="Calibri"/>
                <a:sym typeface="Calibri"/>
              </a:rPr>
              <a:t>OOP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82600" algn="l" rtl="0">
              <a:spcBef>
                <a:spcPts val="0"/>
              </a:spcBef>
              <a:spcAft>
                <a:spcPts val="0"/>
              </a:spcAft>
              <a:buSzPts val="4000"/>
              <a:buFont typeface="Calibri"/>
              <a:buAutoNum type="arabicPeriod"/>
            </a:pPr>
            <a:r>
              <a:rPr lang="ko" sz="4000">
                <a:latin typeface="Calibri"/>
                <a:ea typeface="Calibri"/>
                <a:cs typeface="Calibri"/>
                <a:sym typeface="Calibri"/>
              </a:rPr>
              <a:t>Dart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5"/>
          <p:cNvSpPr txBox="1">
            <a:spLocks noGrp="1"/>
          </p:cNvSpPr>
          <p:nvPr>
            <p:ph type="ctrTitle"/>
          </p:nvPr>
        </p:nvSpPr>
        <p:spPr>
          <a:xfrm>
            <a:off x="323850" y="333475"/>
            <a:ext cx="4248300" cy="735000"/>
          </a:xfrm>
          <a:prstGeom prst="rect">
            <a:avLst/>
          </a:prstGeom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6300"/>
              <a:t>사이트맵</a:t>
            </a:r>
            <a:endParaRPr sz="6300"/>
          </a:p>
        </p:txBody>
      </p:sp>
      <p:sp>
        <p:nvSpPr>
          <p:cNvPr id="207" name="Google Shape;207;p35"/>
          <p:cNvSpPr txBox="1">
            <a:spLocks noGrp="1"/>
          </p:cNvSpPr>
          <p:nvPr>
            <p:ph type="subTitle" idx="1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</p:spPr>
        <p:txBody>
          <a:bodyPr spcFirstLastPara="1" wrap="square" lIns="45725" tIns="22850" rIns="45725" bIns="22850" anchor="t" anchorCtr="0">
            <a:norm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8" name="Google Shape;20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84825"/>
            <a:ext cx="4610099" cy="36352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145" y="1305973"/>
            <a:ext cx="4657550" cy="379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6"/>
          <p:cNvSpPr txBox="1"/>
          <p:nvPr/>
        </p:nvSpPr>
        <p:spPr>
          <a:xfrm>
            <a:off x="4434251" y="506556"/>
            <a:ext cx="4253700" cy="9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900" b="1"/>
              <a:t>스토리보드</a:t>
            </a:r>
            <a:endParaRPr sz="9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5" name="Google Shape;21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306" y="193144"/>
            <a:ext cx="3605652" cy="2659669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16" name="Google Shape;216;p36"/>
          <p:cNvSpPr txBox="1"/>
          <p:nvPr/>
        </p:nvSpPr>
        <p:spPr>
          <a:xfrm>
            <a:off x="4434250" y="1748800"/>
            <a:ext cx="40587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b="1">
                <a:latin typeface="Calibri"/>
                <a:ea typeface="Calibri"/>
                <a:cs typeface="Calibri"/>
                <a:sym typeface="Calibri"/>
              </a:rPr>
              <a:t>-한 장면 한 장면 </a:t>
            </a:r>
            <a:r>
              <a:rPr lang="ko" sz="25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세부묘사</a:t>
            </a:r>
            <a:endParaRPr sz="25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7" name="Google Shape;217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3325" y="3007626"/>
            <a:ext cx="2541400" cy="1762850"/>
          </a:xfrm>
          <a:prstGeom prst="rect">
            <a:avLst/>
          </a:prstGeom>
          <a:noFill/>
          <a:ln w="762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18" name="Google Shape;218;p36"/>
          <p:cNvSpPr/>
          <p:nvPr/>
        </p:nvSpPr>
        <p:spPr>
          <a:xfrm>
            <a:off x="3559475" y="3604350"/>
            <a:ext cx="1121100" cy="5694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/>
              <a:t>ㄱㅊ</a:t>
            </a:r>
            <a:endParaRPr b="1"/>
          </a:p>
        </p:txBody>
      </p:sp>
      <p:pic>
        <p:nvPicPr>
          <p:cNvPr id="219" name="Google Shape;219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29125" y="3007625"/>
            <a:ext cx="2742074" cy="1762850"/>
          </a:xfrm>
          <a:prstGeom prst="rect">
            <a:avLst/>
          </a:prstGeom>
          <a:noFill/>
          <a:ln w="76200" cap="flat" cmpd="sng">
            <a:solidFill>
              <a:srgbClr val="1187CF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7"/>
          <p:cNvSpPr txBox="1"/>
          <p:nvPr/>
        </p:nvSpPr>
        <p:spPr>
          <a:xfrm>
            <a:off x="360275" y="141825"/>
            <a:ext cx="8490300" cy="8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900"/>
              <a:t>스토리보드 만드는 방법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37"/>
          <p:cNvSpPr txBox="1"/>
          <p:nvPr/>
        </p:nvSpPr>
        <p:spPr>
          <a:xfrm>
            <a:off x="838800" y="1114125"/>
            <a:ext cx="7466400" cy="3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2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첫 번째!</a:t>
            </a:r>
            <a:endParaRPr sz="2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2200" b="1">
                <a:latin typeface="Calibri"/>
                <a:ea typeface="Calibri"/>
                <a:cs typeface="Calibri"/>
                <a:sym typeface="Calibri"/>
              </a:rPr>
              <a:t>네모난 틀을 준비한다</a:t>
            </a:r>
            <a:endParaRPr sz="2200" b="1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2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두 번째!</a:t>
            </a:r>
            <a:endParaRPr sz="2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2200" b="1">
                <a:latin typeface="Calibri"/>
                <a:ea typeface="Calibri"/>
                <a:cs typeface="Calibri"/>
                <a:sym typeface="Calibri"/>
              </a:rPr>
              <a:t>네모난 틀에다가 앱의 모습을 스케치한다</a:t>
            </a:r>
            <a:endParaRPr sz="2200" b="1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2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세 번째!</a:t>
            </a:r>
            <a:endParaRPr sz="2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lang="ko" sz="2200" b="1">
                <a:latin typeface="Calibri"/>
                <a:ea typeface="Calibri"/>
                <a:cs typeface="Calibri"/>
                <a:sym typeface="Calibri"/>
              </a:rPr>
              <a:t>스케치 후 세부내용을 적어준다</a:t>
            </a:r>
            <a:endParaRPr sz="2200" b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8"/>
          <p:cNvSpPr txBox="1">
            <a:spLocks noGrp="1"/>
          </p:cNvSpPr>
          <p:nvPr>
            <p:ph type="ctrTitle"/>
          </p:nvPr>
        </p:nvSpPr>
        <p:spPr>
          <a:xfrm>
            <a:off x="224400" y="242275"/>
            <a:ext cx="8919600" cy="735000"/>
          </a:xfrm>
          <a:prstGeom prst="rect">
            <a:avLst/>
          </a:prstGeom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3200" b="1"/>
              <a:t>스토리 보드를 작성하지 않는다면...</a:t>
            </a:r>
            <a:endParaRPr sz="3200" b="1"/>
          </a:p>
        </p:txBody>
      </p:sp>
      <p:sp>
        <p:nvSpPr>
          <p:cNvPr id="231" name="Google Shape;231;p38"/>
          <p:cNvSpPr txBox="1"/>
          <p:nvPr/>
        </p:nvSpPr>
        <p:spPr>
          <a:xfrm>
            <a:off x="224400" y="1122475"/>
            <a:ext cx="8267100" cy="10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7350" algn="l" rtl="0">
              <a:lnSpc>
                <a:spcPct val="115000"/>
              </a:lnSpc>
              <a:spcBef>
                <a:spcPts val="220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ko" sz="2500" b="1">
                <a:latin typeface="Calibri"/>
                <a:ea typeface="Calibri"/>
                <a:cs typeface="Calibri"/>
                <a:sym typeface="Calibri"/>
              </a:rPr>
              <a:t>프로그램 중간에 문제가 생겼을 시 </a:t>
            </a:r>
            <a:r>
              <a:rPr lang="ko" sz="25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다시 갈아엎고</a:t>
            </a:r>
            <a:r>
              <a:rPr lang="ko" sz="2500" b="1">
                <a:latin typeface="Calibri"/>
                <a:ea typeface="Calibri"/>
                <a:cs typeface="Calibri"/>
                <a:sym typeface="Calibri"/>
              </a:rPr>
              <a:t> 기본틀을 다시 짜야하는 </a:t>
            </a:r>
            <a:r>
              <a:rPr lang="ko" sz="2500" b="1" u="sng">
                <a:latin typeface="Calibri"/>
                <a:ea typeface="Calibri"/>
                <a:cs typeface="Calibri"/>
                <a:sym typeface="Calibri"/>
              </a:rPr>
              <a:t>대참사</a:t>
            </a:r>
            <a:r>
              <a:rPr lang="ko" sz="2500" b="1">
                <a:latin typeface="Calibri"/>
                <a:ea typeface="Calibri"/>
                <a:cs typeface="Calibri"/>
                <a:sym typeface="Calibri"/>
              </a:rPr>
              <a:t>가 일어난다….</a:t>
            </a:r>
            <a:endParaRPr sz="25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38"/>
          <p:cNvSpPr txBox="1"/>
          <p:nvPr/>
        </p:nvSpPr>
        <p:spPr>
          <a:xfrm>
            <a:off x="224400" y="2559975"/>
            <a:ext cx="77247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3200" b="1">
                <a:latin typeface="Calibri"/>
                <a:ea typeface="Calibri"/>
                <a:cs typeface="Calibri"/>
                <a:sym typeface="Calibri"/>
              </a:rPr>
              <a:t>또한 스토리보드를 대충 작성한다면...</a:t>
            </a:r>
            <a:endParaRPr sz="32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38"/>
          <p:cNvSpPr txBox="1"/>
          <p:nvPr/>
        </p:nvSpPr>
        <p:spPr>
          <a:xfrm>
            <a:off x="231025" y="3562700"/>
            <a:ext cx="77619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735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ko" sz="2500" b="1">
                <a:latin typeface="Calibri"/>
                <a:ea typeface="Calibri"/>
                <a:cs typeface="Calibri"/>
                <a:sym typeface="Calibri"/>
              </a:rPr>
              <a:t>디자이너가 </a:t>
            </a:r>
            <a:r>
              <a:rPr lang="ko" sz="25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극대노</a:t>
            </a:r>
            <a:r>
              <a:rPr lang="ko" sz="2500" b="1">
                <a:latin typeface="Calibri"/>
                <a:ea typeface="Calibri"/>
                <a:cs typeface="Calibri"/>
                <a:sym typeface="Calibri"/>
              </a:rPr>
              <a:t>하는 </a:t>
            </a:r>
            <a:r>
              <a:rPr lang="ko" sz="2500" b="1" u="sng">
                <a:latin typeface="Calibri"/>
                <a:ea typeface="Calibri"/>
                <a:cs typeface="Calibri"/>
                <a:sym typeface="Calibri"/>
              </a:rPr>
              <a:t>대참사</a:t>
            </a:r>
            <a:r>
              <a:rPr lang="ko" sz="2500" b="1">
                <a:latin typeface="Calibri"/>
                <a:ea typeface="Calibri"/>
                <a:cs typeface="Calibri"/>
                <a:sym typeface="Calibri"/>
              </a:rPr>
              <a:t>도 일어난다...</a:t>
            </a:r>
            <a:endParaRPr sz="2500" b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9"/>
          <p:cNvSpPr txBox="1">
            <a:spLocks noGrp="1"/>
          </p:cNvSpPr>
          <p:nvPr>
            <p:ph type="ctrTitle"/>
          </p:nvPr>
        </p:nvSpPr>
        <p:spPr>
          <a:xfrm>
            <a:off x="86950" y="309550"/>
            <a:ext cx="5202900" cy="735000"/>
          </a:xfrm>
          <a:prstGeom prst="rect">
            <a:avLst/>
          </a:prstGeom>
        </p:spPr>
        <p:txBody>
          <a:bodyPr spcFirstLastPara="1" wrap="square" lIns="45725" tIns="22850" rIns="45725" bIns="2285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/>
              <a:t>슬기로운 건강생활’s Story Board</a:t>
            </a:r>
            <a:endParaRPr sz="2400"/>
          </a:p>
        </p:txBody>
      </p:sp>
      <p:sp>
        <p:nvSpPr>
          <p:cNvPr id="239" name="Google Shape;239;p39"/>
          <p:cNvSpPr txBox="1">
            <a:spLocks noGrp="1"/>
          </p:cNvSpPr>
          <p:nvPr>
            <p:ph type="subTitle" idx="1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</p:spPr>
        <p:txBody>
          <a:bodyPr spcFirstLastPara="1" wrap="square" lIns="45725" tIns="22850" rIns="45725" bIns="22850" anchor="t" anchorCtr="0">
            <a:norm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0"/>
          <p:cNvSpPr txBox="1">
            <a:spLocks noGrp="1"/>
          </p:cNvSpPr>
          <p:nvPr>
            <p:ph type="ctrTitle"/>
          </p:nvPr>
        </p:nvSpPr>
        <p:spPr>
          <a:xfrm>
            <a:off x="-351875" y="223863"/>
            <a:ext cx="3886200" cy="735000"/>
          </a:xfrm>
          <a:prstGeom prst="rect">
            <a:avLst/>
          </a:prstGeom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457200" lvl="0" indent="-546100" algn="ctr" rtl="0">
              <a:spcBef>
                <a:spcPts val="0"/>
              </a:spcBef>
              <a:spcAft>
                <a:spcPts val="0"/>
              </a:spcAft>
              <a:buSzPts val="5000"/>
              <a:buChar char="❏"/>
            </a:pPr>
            <a:r>
              <a:rPr lang="ko" sz="5000"/>
              <a:t>OOP</a:t>
            </a:r>
            <a:endParaRPr sz="5000"/>
          </a:p>
        </p:txBody>
      </p:sp>
      <p:pic>
        <p:nvPicPr>
          <p:cNvPr id="245" name="Google Shape;24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2250" y="903350"/>
            <a:ext cx="6745774" cy="424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1"/>
          <p:cNvSpPr txBox="1">
            <a:spLocks noGrp="1"/>
          </p:cNvSpPr>
          <p:nvPr>
            <p:ph type="ctrTitle"/>
          </p:nvPr>
        </p:nvSpPr>
        <p:spPr>
          <a:xfrm>
            <a:off x="-450975" y="199838"/>
            <a:ext cx="3886200" cy="735000"/>
          </a:xfrm>
          <a:prstGeom prst="rect">
            <a:avLst/>
          </a:prstGeom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457200" lvl="0" indent="-514350" algn="ctr" rtl="0">
              <a:spcBef>
                <a:spcPts val="0"/>
              </a:spcBef>
              <a:spcAft>
                <a:spcPts val="0"/>
              </a:spcAft>
              <a:buSzPts val="4500"/>
              <a:buChar char="❏"/>
            </a:pPr>
            <a:r>
              <a:rPr lang="ko" sz="4500"/>
              <a:t>객체</a:t>
            </a:r>
            <a:endParaRPr sz="4500"/>
          </a:p>
        </p:txBody>
      </p:sp>
      <p:pic>
        <p:nvPicPr>
          <p:cNvPr id="251" name="Google Shape;25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000" y="1129838"/>
            <a:ext cx="8180544" cy="37088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1675" y="1072588"/>
            <a:ext cx="6320650" cy="299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3"/>
          <p:cNvSpPr txBox="1">
            <a:spLocks noGrp="1"/>
          </p:cNvSpPr>
          <p:nvPr>
            <p:ph type="ctrTitle"/>
          </p:nvPr>
        </p:nvSpPr>
        <p:spPr>
          <a:xfrm>
            <a:off x="-585025" y="107238"/>
            <a:ext cx="3886200" cy="735000"/>
          </a:xfrm>
          <a:prstGeom prst="rect">
            <a:avLst/>
          </a:prstGeom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457200" lvl="0" indent="-546100" algn="ctr" rtl="0">
              <a:spcBef>
                <a:spcPts val="0"/>
              </a:spcBef>
              <a:spcAft>
                <a:spcPts val="0"/>
              </a:spcAft>
              <a:buSzPts val="5000"/>
              <a:buChar char="❏"/>
            </a:pPr>
            <a:r>
              <a:rPr lang="ko" sz="5000"/>
              <a:t>Dart</a:t>
            </a:r>
            <a:endParaRPr sz="5000"/>
          </a:p>
        </p:txBody>
      </p:sp>
      <p:pic>
        <p:nvPicPr>
          <p:cNvPr id="262" name="Google Shape;262;p43"/>
          <p:cNvPicPr preferRelativeResize="0"/>
          <p:nvPr/>
        </p:nvPicPr>
        <p:blipFill rotWithShape="1">
          <a:blip r:embed="rId3">
            <a:alphaModFix/>
          </a:blip>
          <a:srcRect l="57047" t="35477" r="7051" b="35448"/>
          <a:stretch/>
        </p:blipFill>
        <p:spPr>
          <a:xfrm>
            <a:off x="371088" y="1096950"/>
            <a:ext cx="8401824" cy="3827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4"/>
          <p:cNvSpPr txBox="1">
            <a:spLocks noGrp="1"/>
          </p:cNvSpPr>
          <p:nvPr>
            <p:ph type="ctrTitle"/>
          </p:nvPr>
        </p:nvSpPr>
        <p:spPr>
          <a:xfrm>
            <a:off x="-585025" y="107238"/>
            <a:ext cx="3886200" cy="735000"/>
          </a:xfrm>
          <a:prstGeom prst="rect">
            <a:avLst/>
          </a:prstGeom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457200" lvl="0" indent="-546100" algn="ctr" rtl="0">
              <a:spcBef>
                <a:spcPts val="0"/>
              </a:spcBef>
              <a:spcAft>
                <a:spcPts val="0"/>
              </a:spcAft>
              <a:buSzPts val="5000"/>
              <a:buChar char="❏"/>
            </a:pPr>
            <a:r>
              <a:rPr lang="ko" sz="5000"/>
              <a:t>Dart</a:t>
            </a:r>
            <a:endParaRPr sz="5000"/>
          </a:p>
        </p:txBody>
      </p:sp>
      <p:pic>
        <p:nvPicPr>
          <p:cNvPr id="268" name="Google Shape;268;p44"/>
          <p:cNvPicPr preferRelativeResize="0"/>
          <p:nvPr/>
        </p:nvPicPr>
        <p:blipFill rotWithShape="1">
          <a:blip r:embed="rId3">
            <a:alphaModFix/>
          </a:blip>
          <a:srcRect l="33488" t="8438" b="25063"/>
          <a:stretch/>
        </p:blipFill>
        <p:spPr>
          <a:xfrm>
            <a:off x="2884600" y="310313"/>
            <a:ext cx="4921525" cy="4522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D1B09501-3C76-4F9A-8ADD-65A6C39306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988036"/>
              </p:ext>
            </p:extLst>
          </p:nvPr>
        </p:nvGraphicFramePr>
        <p:xfrm>
          <a:off x="1239315" y="4068074"/>
          <a:ext cx="7927150" cy="539102"/>
        </p:xfrm>
        <a:graphic>
          <a:graphicData uri="http://schemas.openxmlformats.org/drawingml/2006/table">
            <a:tbl>
              <a:tblPr>
                <a:noFill/>
                <a:tableStyleId>{D1E9742D-C93D-4FD6-BD82-F3A492F2C9AF}</a:tableStyleId>
              </a:tblPr>
              <a:tblGrid>
                <a:gridCol w="1028575">
                  <a:extLst>
                    <a:ext uri="{9D8B030D-6E8A-4147-A177-3AD203B41FA5}">
                      <a16:colId xmlns:a16="http://schemas.microsoft.com/office/drawing/2014/main" val="1389469241"/>
                    </a:ext>
                  </a:extLst>
                </a:gridCol>
                <a:gridCol w="1028550">
                  <a:extLst>
                    <a:ext uri="{9D8B030D-6E8A-4147-A177-3AD203B41FA5}">
                      <a16:colId xmlns:a16="http://schemas.microsoft.com/office/drawing/2014/main" val="2271416002"/>
                    </a:ext>
                  </a:extLst>
                </a:gridCol>
                <a:gridCol w="1028550">
                  <a:extLst>
                    <a:ext uri="{9D8B030D-6E8A-4147-A177-3AD203B41FA5}">
                      <a16:colId xmlns:a16="http://schemas.microsoft.com/office/drawing/2014/main" val="3589552787"/>
                    </a:ext>
                  </a:extLst>
                </a:gridCol>
                <a:gridCol w="958275">
                  <a:extLst>
                    <a:ext uri="{9D8B030D-6E8A-4147-A177-3AD203B41FA5}">
                      <a16:colId xmlns:a16="http://schemas.microsoft.com/office/drawing/2014/main" val="2888322054"/>
                    </a:ext>
                  </a:extLst>
                </a:gridCol>
                <a:gridCol w="928100">
                  <a:extLst>
                    <a:ext uri="{9D8B030D-6E8A-4147-A177-3AD203B41FA5}">
                      <a16:colId xmlns:a16="http://schemas.microsoft.com/office/drawing/2014/main" val="1193152408"/>
                    </a:ext>
                  </a:extLst>
                </a:gridCol>
                <a:gridCol w="1008500">
                  <a:extLst>
                    <a:ext uri="{9D8B030D-6E8A-4147-A177-3AD203B41FA5}">
                      <a16:colId xmlns:a16="http://schemas.microsoft.com/office/drawing/2014/main" val="132399114"/>
                    </a:ext>
                  </a:extLst>
                </a:gridCol>
                <a:gridCol w="978300">
                  <a:extLst>
                    <a:ext uri="{9D8B030D-6E8A-4147-A177-3AD203B41FA5}">
                      <a16:colId xmlns:a16="http://schemas.microsoft.com/office/drawing/2014/main" val="3805610857"/>
                    </a:ext>
                  </a:extLst>
                </a:gridCol>
                <a:gridCol w="968300">
                  <a:extLst>
                    <a:ext uri="{9D8B030D-6E8A-4147-A177-3AD203B41FA5}">
                      <a16:colId xmlns:a16="http://schemas.microsoft.com/office/drawing/2014/main" val="3207160228"/>
                    </a:ext>
                  </a:extLst>
                </a:gridCol>
              </a:tblGrid>
              <a:tr h="53910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4145493124"/>
                  </a:ext>
                </a:extLst>
              </a:tr>
            </a:tbl>
          </a:graphicData>
        </a:graphic>
      </p:graphicFrame>
      <p:sp>
        <p:nvSpPr>
          <p:cNvPr id="273" name="Google Shape;273;p45"/>
          <p:cNvSpPr txBox="1">
            <a:spLocks noGrp="1"/>
          </p:cNvSpPr>
          <p:nvPr>
            <p:ph type="ctrTitle"/>
          </p:nvPr>
        </p:nvSpPr>
        <p:spPr>
          <a:xfrm>
            <a:off x="2532925" y="200123"/>
            <a:ext cx="3886200" cy="735000"/>
          </a:xfrm>
          <a:prstGeom prst="rect">
            <a:avLst/>
          </a:prstGeom>
        </p:spPr>
        <p:txBody>
          <a:bodyPr spcFirstLastPara="1" wrap="square" lIns="45725" tIns="22850" rIns="45725" bIns="2285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연간 프로젝트 일정표</a:t>
            </a:r>
            <a:endParaRPr/>
          </a:p>
        </p:txBody>
      </p:sp>
      <p:graphicFrame>
        <p:nvGraphicFramePr>
          <p:cNvPr id="274" name="Google Shape;274;p45"/>
          <p:cNvGraphicFramePr/>
          <p:nvPr>
            <p:extLst>
              <p:ext uri="{D42A27DB-BD31-4B8C-83A1-F6EECF244321}">
                <p14:modId xmlns:p14="http://schemas.microsoft.com/office/powerpoint/2010/main" val="495794815"/>
              </p:ext>
            </p:extLst>
          </p:nvPr>
        </p:nvGraphicFramePr>
        <p:xfrm>
          <a:off x="1261730" y="1517300"/>
          <a:ext cx="7882271" cy="396210"/>
        </p:xfrm>
        <a:graphic>
          <a:graphicData uri="http://schemas.openxmlformats.org/drawingml/2006/table">
            <a:tbl>
              <a:tblPr>
                <a:noFill/>
                <a:tableStyleId>{D1E9742D-C93D-4FD6-BD82-F3A492F2C9AF}</a:tableStyleId>
              </a:tblPr>
              <a:tblGrid>
                <a:gridCol w="10227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27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27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28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27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27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628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5월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6월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7월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8월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9월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10월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11월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dirty="0"/>
                        <a:t>12월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5" name="Google Shape;275;p45"/>
          <p:cNvGraphicFramePr/>
          <p:nvPr>
            <p:extLst>
              <p:ext uri="{D42A27DB-BD31-4B8C-83A1-F6EECF244321}">
                <p14:modId xmlns:p14="http://schemas.microsoft.com/office/powerpoint/2010/main" val="2905831928"/>
              </p:ext>
            </p:extLst>
          </p:nvPr>
        </p:nvGraphicFramePr>
        <p:xfrm>
          <a:off x="79100" y="1517300"/>
          <a:ext cx="1182630" cy="396210"/>
        </p:xfrm>
        <a:graphic>
          <a:graphicData uri="http://schemas.openxmlformats.org/drawingml/2006/table">
            <a:tbl>
              <a:tblPr>
                <a:noFill/>
                <a:tableStyleId>{D1E9742D-C93D-4FD6-BD82-F3A492F2C9AF}</a:tableStyleId>
              </a:tblPr>
              <a:tblGrid>
                <a:gridCol w="1182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7" name="Google Shape;277;p45"/>
          <p:cNvGraphicFramePr/>
          <p:nvPr>
            <p:extLst>
              <p:ext uri="{D42A27DB-BD31-4B8C-83A1-F6EECF244321}">
                <p14:modId xmlns:p14="http://schemas.microsoft.com/office/powerpoint/2010/main" val="3888374612"/>
              </p:ext>
            </p:extLst>
          </p:nvPr>
        </p:nvGraphicFramePr>
        <p:xfrm>
          <a:off x="1247552" y="1913501"/>
          <a:ext cx="7927150" cy="2161678"/>
        </p:xfrm>
        <a:graphic>
          <a:graphicData uri="http://schemas.openxmlformats.org/drawingml/2006/table">
            <a:tbl>
              <a:tblPr>
                <a:noFill/>
                <a:tableStyleId>{D1E9742D-C93D-4FD6-BD82-F3A492F2C9AF}</a:tableStyleId>
              </a:tblPr>
              <a:tblGrid>
                <a:gridCol w="1028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8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8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8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68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0659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68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829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10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78" name="Google Shape;278;p45"/>
          <p:cNvSpPr/>
          <p:nvPr/>
        </p:nvSpPr>
        <p:spPr>
          <a:xfrm>
            <a:off x="1261730" y="2009492"/>
            <a:ext cx="1028700" cy="2511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FF"/>
          </a:solidFill>
          <a:ln w="9525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45"/>
          <p:cNvSpPr/>
          <p:nvPr/>
        </p:nvSpPr>
        <p:spPr>
          <a:xfrm>
            <a:off x="1246315" y="2560405"/>
            <a:ext cx="1028700" cy="2511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FFFF"/>
          </a:solidFill>
          <a:ln w="9525" cap="flat" cmpd="sng">
            <a:solidFill>
              <a:srgbClr val="00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45"/>
          <p:cNvSpPr/>
          <p:nvPr/>
        </p:nvSpPr>
        <p:spPr>
          <a:xfrm>
            <a:off x="1271567" y="3134793"/>
            <a:ext cx="1685100" cy="2511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45"/>
          <p:cNvSpPr/>
          <p:nvPr/>
        </p:nvSpPr>
        <p:spPr>
          <a:xfrm>
            <a:off x="4345171" y="4168646"/>
            <a:ext cx="4821293" cy="321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276" name="Google Shape;276;p45"/>
          <p:cNvGraphicFramePr/>
          <p:nvPr>
            <p:extLst>
              <p:ext uri="{D42A27DB-BD31-4B8C-83A1-F6EECF244321}">
                <p14:modId xmlns:p14="http://schemas.microsoft.com/office/powerpoint/2010/main" val="3826427428"/>
              </p:ext>
            </p:extLst>
          </p:nvPr>
        </p:nvGraphicFramePr>
        <p:xfrm>
          <a:off x="79099" y="1913501"/>
          <a:ext cx="1168453" cy="2161679"/>
        </p:xfrm>
        <a:graphic>
          <a:graphicData uri="http://schemas.openxmlformats.org/drawingml/2006/table">
            <a:tbl>
              <a:tblPr>
                <a:noFill/>
                <a:tableStyleId>{D1E9742D-C93D-4FD6-BD82-F3A492F2C9AF}</a:tableStyleId>
              </a:tblPr>
              <a:tblGrid>
                <a:gridCol w="11684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767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dirty="0"/>
                        <a:t>스토리</a:t>
                      </a:r>
                      <a:endParaRPr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dirty="0"/>
                        <a:t>보드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62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사이트 맵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191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피그마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757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dirty="0"/>
                        <a:t>플러터 </a:t>
                      </a:r>
                      <a:r>
                        <a:rPr lang="ko-KR" altLang="en-US" dirty="0"/>
                        <a:t>공부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2" name="Google Shape;275;p45">
            <a:extLst>
              <a:ext uri="{FF2B5EF4-FFF2-40B4-BE49-F238E27FC236}">
                <a16:creationId xmlns:a16="http://schemas.microsoft.com/office/drawing/2014/main" id="{4B00BDDD-B44B-4B0F-AE12-ECF0AF4B5C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76319846"/>
              </p:ext>
            </p:extLst>
          </p:nvPr>
        </p:nvGraphicFramePr>
        <p:xfrm>
          <a:off x="79099" y="4070884"/>
          <a:ext cx="1182630" cy="536292"/>
        </p:xfrm>
        <a:graphic>
          <a:graphicData uri="http://schemas.openxmlformats.org/drawingml/2006/table">
            <a:tbl>
              <a:tblPr>
                <a:noFill/>
                <a:tableStyleId>{D1E9742D-C93D-4FD6-BD82-F3A492F2C9AF}</a:tableStyleId>
              </a:tblPr>
              <a:tblGrid>
                <a:gridCol w="1182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629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/>
                        <a:t>개발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Google Shape;281;p45">
            <a:extLst>
              <a:ext uri="{FF2B5EF4-FFF2-40B4-BE49-F238E27FC236}">
                <a16:creationId xmlns:a16="http://schemas.microsoft.com/office/drawing/2014/main" id="{F57C5958-3D99-43AB-8A2F-FC006F8D4FB7}"/>
              </a:ext>
            </a:extLst>
          </p:cNvPr>
          <p:cNvSpPr/>
          <p:nvPr/>
        </p:nvSpPr>
        <p:spPr>
          <a:xfrm>
            <a:off x="1246316" y="3651244"/>
            <a:ext cx="3098856" cy="321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8C1D4"/>
          </a:solidFill>
          <a:ln>
            <a:headEnd type="none" w="sm" len="sm"/>
            <a:tailEnd type="none" w="sm" len="sm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6"/>
          <p:cNvSpPr txBox="1">
            <a:spLocks noGrp="1"/>
          </p:cNvSpPr>
          <p:nvPr>
            <p:ph type="ctrTitle"/>
          </p:nvPr>
        </p:nvSpPr>
        <p:spPr>
          <a:xfrm>
            <a:off x="342900" y="1065213"/>
            <a:ext cx="3886200" cy="735000"/>
          </a:xfrm>
          <a:prstGeom prst="rect">
            <a:avLst/>
          </a:prstGeom>
        </p:spPr>
        <p:txBody>
          <a:bodyPr spcFirstLastPara="1" wrap="square" lIns="45725" tIns="22850" rIns="45725" bIns="2285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End</a:t>
            </a:r>
            <a:endParaRPr/>
          </a:p>
        </p:txBody>
      </p:sp>
      <p:sp>
        <p:nvSpPr>
          <p:cNvPr id="287" name="Google Shape;287;p46"/>
          <p:cNvSpPr txBox="1">
            <a:spLocks noGrp="1"/>
          </p:cNvSpPr>
          <p:nvPr>
            <p:ph type="subTitle" idx="1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</p:spPr>
        <p:txBody>
          <a:bodyPr spcFirstLastPara="1" wrap="square" lIns="45725" tIns="22850" rIns="45725" bIns="22850" anchor="t" anchorCtr="0">
            <a:norm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201</Words>
  <Application>Microsoft Office PowerPoint</Application>
  <PresentationFormat>화면 슬라이드 쇼(16:9)</PresentationFormat>
  <Paragraphs>68</Paragraphs>
  <Slides>22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22</vt:i4>
      </vt:variant>
    </vt:vector>
  </HeadingPairs>
  <TitlesOfParts>
    <vt:vector size="27" baseType="lpstr">
      <vt:lpstr>Arial</vt:lpstr>
      <vt:lpstr>Calibri</vt:lpstr>
      <vt:lpstr>Impact</vt:lpstr>
      <vt:lpstr>Simple Light</vt:lpstr>
      <vt:lpstr>Office Theme</vt:lpstr>
      <vt:lpstr>PowerPoint 프레젠테이션</vt:lpstr>
      <vt:lpstr>목차</vt:lpstr>
      <vt:lpstr>PowerPoint 프레젠테이션</vt:lpstr>
      <vt:lpstr>앱 주요 기능</vt:lpstr>
      <vt:lpstr>앱 주요 기능</vt:lpstr>
      <vt:lpstr>앱 주요 기능</vt:lpstr>
      <vt:lpstr>PowerPoint 프레젠테이션</vt:lpstr>
      <vt:lpstr>Flutter</vt:lpstr>
      <vt:lpstr>PowerPoint 프레젠테이션</vt:lpstr>
      <vt:lpstr>우리가 공부했던 것</vt:lpstr>
      <vt:lpstr>사이트맵</vt:lpstr>
      <vt:lpstr>PowerPoint 프레젠테이션</vt:lpstr>
      <vt:lpstr>PowerPoint 프레젠테이션</vt:lpstr>
      <vt:lpstr>스토리 보드를 작성하지 않는다면...</vt:lpstr>
      <vt:lpstr>슬기로운 건강생활’s Story Board</vt:lpstr>
      <vt:lpstr>OOP</vt:lpstr>
      <vt:lpstr>객체</vt:lpstr>
      <vt:lpstr>PowerPoint 프레젠테이션</vt:lpstr>
      <vt:lpstr>Dart</vt:lpstr>
      <vt:lpstr>Dart</vt:lpstr>
      <vt:lpstr>연간 프로젝트 일정표</vt:lpstr>
      <vt:lpstr>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1316황우석</cp:lastModifiedBy>
  <cp:revision>1</cp:revision>
  <dcterms:modified xsi:type="dcterms:W3CDTF">2021-07-06T11:15:40Z</dcterms:modified>
</cp:coreProperties>
</file>