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comments+xml" PartName="/ppt/comments/comment2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0" r:id="rId6"/>
    <p:sldMasterId id="2147483671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오버"/>
  <p:cmAuthor clrIdx="1" id="1" initials="" lastIdx="1" name="조수현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1E9742D-C93D-4FD6-BD82-F3A492F2C9AF}">
  <a:tblStyle styleId="{D1E9742D-C93D-4FD6-BD82-F3A492F2C9A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2.xml"/><Relationship Id="rId22" Type="http://schemas.openxmlformats.org/officeDocument/2006/relationships/slide" Target="slides/slide14.xml"/><Relationship Id="rId21" Type="http://schemas.openxmlformats.org/officeDocument/2006/relationships/slide" Target="slides/slide13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commentAuthors" Target="commentAuthors.xml"/><Relationship Id="rId6" Type="http://schemas.openxmlformats.org/officeDocument/2006/relationships/slideMaster" Target="slideMasters/slideMaster1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2.xml"/><Relationship Id="rId8" Type="http://schemas.openxmlformats.org/officeDocument/2006/relationships/notesMaster" Target="notesMasters/notesMaster1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10" Type="http://schemas.openxmlformats.org/officeDocument/2006/relationships/slide" Target="slides/slide2.xml"/><Relationship Id="rId13" Type="http://schemas.openxmlformats.org/officeDocument/2006/relationships/slide" Target="slides/slide5.xml"/><Relationship Id="rId12" Type="http://schemas.openxmlformats.org/officeDocument/2006/relationships/slide" Target="slides/slide4.xml"/><Relationship Id="rId15" Type="http://schemas.openxmlformats.org/officeDocument/2006/relationships/slide" Target="slides/slide7.xml"/><Relationship Id="rId14" Type="http://schemas.openxmlformats.org/officeDocument/2006/relationships/slide" Target="slides/slide6.xml"/><Relationship Id="rId17" Type="http://schemas.openxmlformats.org/officeDocument/2006/relationships/slide" Target="slides/slide9.xml"/><Relationship Id="rId16" Type="http://schemas.openxmlformats.org/officeDocument/2006/relationships/slide" Target="slides/slide8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1-06-14T11:14:18.465">
    <p:pos x="6000" y="0"/>
    <p:text>플러터란 무엇이냐? 플러터란 구글에서 2017년에 출시한 UI SDK의 일종입니다. 사용 언어로는 Dart를
사용 중이며, 하나의 코드로 안드로이드와 IOS를 둘 다 런칭 가능합니다. 재미있는 점으로는 
안드로이드 스튜디오뿐만 아니라, 비쥬얼 스튜디오 코드 같은 곳에서 소프트웨어 디자인을 할 수 있다는
점이다.
또한, 장점으로는 성능이 우수하고, 디자인이 다채롭고, 멋진 애니메이션을 적용한 앱이 많다.
반대로 단점은 C/C++ 라이브러리 호출이 불가하고, 임베디드 안드로이드 뷰에서 키보드 생성 안됨
등이 있다.
Dart란? 구글이 javascript를 대체하기 위해 2011년에 개발한 웹프로그래밍 언어이다.
특징 : 쉽고 간단하다. 특히 Java를 배웠던 사람이면 더욱 친숙하게 다가갈 수 있다. (대부분의 문법이
java와 비슷하게 이루어짐)
모든 것들이 전부 Object 로 취급한다.
더욱 더 간단해진 명령어들!</p:text>
  </p:cm>
</p:cmLst>
</file>

<file path=ppt/comments/comment2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1" idx="1" dt="2021-06-14T11:18:00.954">
    <p:pos x="252" y="121"/>
    <p:text>-스토리보드 생김새
-프로그램 오류시 다시 스토리보드를 보고 고쳐나갈 수 있음</p:tex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dfd86148dc_14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55875" lIns="55875" spcFirstLastPara="1" rIns="55875" wrap="square" tIns="55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gdfd86148dc_14_75:notes"/>
          <p:cNvSpPr/>
          <p:nvPr>
            <p:ph idx="2" type="sldImg"/>
          </p:nvPr>
        </p:nvSpPr>
        <p:spPr>
          <a:xfrm>
            <a:off x="857413" y="685800"/>
            <a:ext cx="3429162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dfd86148dc_8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dfd86148dc_8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dfd86148dc_14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55875" lIns="55875" spcFirstLastPara="1" rIns="55875" wrap="square" tIns="5587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300">
                <a:solidFill>
                  <a:schemeClr val="dk1"/>
                </a:solidFill>
              </a:rPr>
              <a:t>맨처음에는 건강상태자가진단 앱을 만들어내는 것을 목표로 하였지만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300">
                <a:solidFill>
                  <a:schemeClr val="dk1"/>
                </a:solidFill>
              </a:rPr>
              <a:t>후에 게임처럼 즐겁게 건강 관리를 할수 없을까? 라는 생각에 사람들이 쉽게 즐길수 있는 게임과 건강까지 챙길수 있는 앱을 만들어내는 것을 목표로 하였다.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gdfd86148dc_14_88:notes"/>
          <p:cNvSpPr/>
          <p:nvPr>
            <p:ph idx="2" type="sldImg"/>
          </p:nvPr>
        </p:nvSpPr>
        <p:spPr>
          <a:xfrm>
            <a:off x="857413" y="685800"/>
            <a:ext cx="3429162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dfd86148dc_22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dfd86148dc_22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ko"/>
              <a:t>로그인 2. 사설방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dfd86148dc_23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dfd86148dc_23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3. 미션 4. 프로필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dfd86148dc_23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dfd86148dc_23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5. 관리자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dfd86148dc_23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dfd86148dc_23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dfd86148dc_14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55875" lIns="55875" spcFirstLastPara="1" rIns="55875" wrap="square" tIns="55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gdfd86148dc_14_142:notes"/>
          <p:cNvSpPr/>
          <p:nvPr>
            <p:ph idx="2" type="sldImg"/>
          </p:nvPr>
        </p:nvSpPr>
        <p:spPr>
          <a:xfrm>
            <a:off x="857413" y="685800"/>
            <a:ext cx="3429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dfd86148dc_5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dfd86148dc_5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dfd86148dc_8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dfd86148dc_8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dfd86148dc_8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dfd86148dc_8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dfd86148dc_14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55875" lIns="55875" spcFirstLastPara="1" rIns="55875" wrap="square" tIns="55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gdfd86148dc_14_100:notes"/>
          <p:cNvSpPr/>
          <p:nvPr>
            <p:ph idx="2" type="sldImg"/>
          </p:nvPr>
        </p:nvSpPr>
        <p:spPr>
          <a:xfrm>
            <a:off x="857413" y="685800"/>
            <a:ext cx="3429162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dfd86148dc_14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55875" lIns="55875" spcFirstLastPara="1" rIns="55875" wrap="square" tIns="55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gdfd86148dc_14_111:notes"/>
          <p:cNvSpPr/>
          <p:nvPr>
            <p:ph idx="2" type="sldImg"/>
          </p:nvPr>
        </p:nvSpPr>
        <p:spPr>
          <a:xfrm>
            <a:off x="857413" y="685800"/>
            <a:ext cx="3429162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dfd86148dc_6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dfd86148dc_6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dfd86148dc_8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dfd86148dc_8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dfd86148dc_8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dfd86148dc_8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dfd86148dc_8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" name="Google Shape;248;gdfd86148dc_8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dfd86148dc_8_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4" name="Google Shape;254;gdfd86148dc_8_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dfd86148dc_8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dfd86148dc_8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dfd86148dc_8_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5" name="Google Shape;265;gdfd86148dc_8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dfd86148dc_6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1" name="Google Shape;271;gdfd86148dc_6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dfd86148dc_8_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dfd86148dc_8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ctrTitle"/>
          </p:nvPr>
        </p:nvSpPr>
        <p:spPr>
          <a:xfrm>
            <a:off x="342900" y="1065213"/>
            <a:ext cx="3886200" cy="7350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subTitle"/>
          </p:nvPr>
        </p:nvSpPr>
        <p:spPr>
          <a:xfrm>
            <a:off x="685800" y="1943100"/>
            <a:ext cx="3200400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lvl="0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9" name="Google Shape;59;p14"/>
          <p:cNvSpPr txBox="1"/>
          <p:nvPr>
            <p:ph idx="10" type="dt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1" type="ftr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>
            <p:ph type="title"/>
          </p:nvPr>
        </p:nvSpPr>
        <p:spPr>
          <a:xfrm>
            <a:off x="228600" y="137319"/>
            <a:ext cx="41148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" type="body"/>
          </p:nvPr>
        </p:nvSpPr>
        <p:spPr>
          <a:xfrm>
            <a:off x="228600" y="800100"/>
            <a:ext cx="4114800" cy="2262982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28575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/>
            </a:lvl1pPr>
            <a:lvl2pPr indent="-28575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/>
            </a:lvl2pPr>
            <a:lvl3pPr indent="-28575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/>
            </a:lvl3pPr>
            <a:lvl4pPr indent="-28575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/>
            </a:lvl4pPr>
            <a:lvl5pPr indent="-28575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/>
            </a:lvl5pPr>
            <a:lvl6pPr indent="-28575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/>
            </a:lvl6pPr>
            <a:lvl7pPr indent="-28575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/>
            </a:lvl7pPr>
            <a:lvl8pPr indent="-28575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/>
            </a:lvl8pPr>
            <a:lvl9pPr indent="-28575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0" type="dt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1" type="ftr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2" type="sldNum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>
            <p:ph type="title"/>
          </p:nvPr>
        </p:nvSpPr>
        <p:spPr>
          <a:xfrm>
            <a:off x="361156" y="2203450"/>
            <a:ext cx="3886200" cy="681038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 cap="none"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>
            <a:off x="361156" y="1453357"/>
            <a:ext cx="3886200" cy="750094"/>
          </a:xfrm>
          <a:prstGeom prst="rect">
            <a:avLst/>
          </a:prstGeom>
          <a:noFill/>
          <a:ln>
            <a:noFill/>
          </a:ln>
        </p:spPr>
        <p:txBody>
          <a:bodyPr anchorCtr="0" anchor="b" bIns="22850" lIns="45725" spcFirstLastPara="1" rIns="45725" wrap="square" tIns="22850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 sz="1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900"/>
              <a:buNone/>
              <a:defRPr sz="9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800"/>
              <a:buNone/>
              <a:defRPr sz="8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1" name="Google Shape;71;p16"/>
          <p:cNvSpPr txBox="1"/>
          <p:nvPr>
            <p:ph idx="10" type="dt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72" name="Google Shape;72;p16"/>
          <p:cNvSpPr txBox="1"/>
          <p:nvPr>
            <p:ph idx="11" type="ftr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12" type="sldNum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/>
          <p:nvPr>
            <p:ph type="title"/>
          </p:nvPr>
        </p:nvSpPr>
        <p:spPr>
          <a:xfrm>
            <a:off x="228600" y="137319"/>
            <a:ext cx="41148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" type="body"/>
          </p:nvPr>
        </p:nvSpPr>
        <p:spPr>
          <a:xfrm>
            <a:off x="228600" y="800100"/>
            <a:ext cx="2019300" cy="2262982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�"/>
              <a:defRPr sz="1400"/>
            </a:lvl1pPr>
            <a:lvl2pPr indent="-3048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�"/>
              <a:defRPr sz="1200"/>
            </a:lvl2pPr>
            <a:lvl3pPr indent="-2921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�"/>
              <a:defRPr sz="1000"/>
            </a:lvl3pPr>
            <a:lvl4pPr indent="-28575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 sz="900"/>
            </a:lvl4pPr>
            <a:lvl5pPr indent="-28575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 sz="900"/>
            </a:lvl5pPr>
            <a:lvl6pPr indent="-28575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 sz="900"/>
            </a:lvl6pPr>
            <a:lvl7pPr indent="-28575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 sz="900"/>
            </a:lvl7pPr>
            <a:lvl8pPr indent="-28575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 sz="900"/>
            </a:lvl8pPr>
            <a:lvl9pPr indent="-28575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 sz="900"/>
            </a:lvl9pPr>
          </a:lstStyle>
          <a:p/>
        </p:txBody>
      </p:sp>
      <p:sp>
        <p:nvSpPr>
          <p:cNvPr id="77" name="Google Shape;77;p17"/>
          <p:cNvSpPr txBox="1"/>
          <p:nvPr>
            <p:ph idx="2" type="body"/>
          </p:nvPr>
        </p:nvSpPr>
        <p:spPr>
          <a:xfrm>
            <a:off x="2324100" y="800100"/>
            <a:ext cx="2019300" cy="2262982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�"/>
              <a:defRPr sz="1400"/>
            </a:lvl1pPr>
            <a:lvl2pPr indent="-3048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�"/>
              <a:defRPr sz="1200"/>
            </a:lvl2pPr>
            <a:lvl3pPr indent="-2921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�"/>
              <a:defRPr sz="1000"/>
            </a:lvl3pPr>
            <a:lvl4pPr indent="-28575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 sz="900"/>
            </a:lvl4pPr>
            <a:lvl5pPr indent="-28575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 sz="900"/>
            </a:lvl5pPr>
            <a:lvl6pPr indent="-28575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 sz="900"/>
            </a:lvl6pPr>
            <a:lvl7pPr indent="-28575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 sz="900"/>
            </a:lvl7pPr>
            <a:lvl8pPr indent="-28575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 sz="900"/>
            </a:lvl8pPr>
            <a:lvl9pPr indent="-28575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 sz="900"/>
            </a:lvl9pPr>
          </a:lstStyle>
          <a:p/>
        </p:txBody>
      </p:sp>
      <p:sp>
        <p:nvSpPr>
          <p:cNvPr id="78" name="Google Shape;78;p17"/>
          <p:cNvSpPr txBox="1"/>
          <p:nvPr>
            <p:ph idx="10" type="dt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11" type="ftr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12" type="sldNum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type="title"/>
          </p:nvPr>
        </p:nvSpPr>
        <p:spPr>
          <a:xfrm>
            <a:off x="228600" y="137319"/>
            <a:ext cx="41148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" type="body"/>
          </p:nvPr>
        </p:nvSpPr>
        <p:spPr>
          <a:xfrm>
            <a:off x="228600" y="767556"/>
            <a:ext cx="2020094" cy="319881"/>
          </a:xfrm>
          <a:prstGeom prst="rect">
            <a:avLst/>
          </a:prstGeom>
          <a:noFill/>
          <a:ln>
            <a:noFill/>
          </a:ln>
        </p:spPr>
        <p:txBody>
          <a:bodyPr anchorCtr="0" anchor="b" bIns="22850" lIns="45725" spcFirstLastPara="1" rIns="45725" wrap="square" tIns="22850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1" sz="10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b="1" sz="9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9pPr>
          </a:lstStyle>
          <a:p/>
        </p:txBody>
      </p:sp>
      <p:sp>
        <p:nvSpPr>
          <p:cNvPr id="84" name="Google Shape;84;p18"/>
          <p:cNvSpPr txBox="1"/>
          <p:nvPr>
            <p:ph idx="2" type="body"/>
          </p:nvPr>
        </p:nvSpPr>
        <p:spPr>
          <a:xfrm>
            <a:off x="228600" y="1087438"/>
            <a:ext cx="2020094" cy="1975644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3048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�"/>
              <a:defRPr sz="1200"/>
            </a:lvl1pPr>
            <a:lvl2pPr indent="-2921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�"/>
              <a:defRPr sz="1000"/>
            </a:lvl2pPr>
            <a:lvl3pPr indent="-28575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 sz="900"/>
            </a:lvl3pPr>
            <a:lvl4pPr indent="-2794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�"/>
              <a:defRPr sz="800"/>
            </a:lvl4pPr>
            <a:lvl5pPr indent="-2794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�"/>
              <a:defRPr sz="800"/>
            </a:lvl5pPr>
            <a:lvl6pPr indent="-2794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�"/>
              <a:defRPr sz="800"/>
            </a:lvl6pPr>
            <a:lvl7pPr indent="-2794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�"/>
              <a:defRPr sz="800"/>
            </a:lvl7pPr>
            <a:lvl8pPr indent="-2794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�"/>
              <a:defRPr sz="800"/>
            </a:lvl8pPr>
            <a:lvl9pPr indent="-2794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�"/>
              <a:defRPr sz="800"/>
            </a:lvl9pPr>
          </a:lstStyle>
          <a:p/>
        </p:txBody>
      </p:sp>
      <p:sp>
        <p:nvSpPr>
          <p:cNvPr id="85" name="Google Shape;85;p18"/>
          <p:cNvSpPr txBox="1"/>
          <p:nvPr>
            <p:ph idx="3" type="body"/>
          </p:nvPr>
        </p:nvSpPr>
        <p:spPr>
          <a:xfrm>
            <a:off x="2322513" y="767556"/>
            <a:ext cx="2020887" cy="319881"/>
          </a:xfrm>
          <a:prstGeom prst="rect">
            <a:avLst/>
          </a:prstGeom>
          <a:noFill/>
          <a:ln>
            <a:noFill/>
          </a:ln>
        </p:spPr>
        <p:txBody>
          <a:bodyPr anchorCtr="0" anchor="b" bIns="22850" lIns="45725" spcFirstLastPara="1" rIns="45725" wrap="square" tIns="22850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1" sz="10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b="1" sz="9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9pPr>
          </a:lstStyle>
          <a:p/>
        </p:txBody>
      </p:sp>
      <p:sp>
        <p:nvSpPr>
          <p:cNvPr id="86" name="Google Shape;86;p18"/>
          <p:cNvSpPr txBox="1"/>
          <p:nvPr>
            <p:ph idx="4" type="body"/>
          </p:nvPr>
        </p:nvSpPr>
        <p:spPr>
          <a:xfrm>
            <a:off x="2322513" y="1087438"/>
            <a:ext cx="2020887" cy="1975644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3048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�"/>
              <a:defRPr sz="1200"/>
            </a:lvl1pPr>
            <a:lvl2pPr indent="-2921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�"/>
              <a:defRPr sz="1000"/>
            </a:lvl2pPr>
            <a:lvl3pPr indent="-28575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 sz="900"/>
            </a:lvl3pPr>
            <a:lvl4pPr indent="-2794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�"/>
              <a:defRPr sz="800"/>
            </a:lvl4pPr>
            <a:lvl5pPr indent="-2794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�"/>
              <a:defRPr sz="800"/>
            </a:lvl5pPr>
            <a:lvl6pPr indent="-2794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�"/>
              <a:defRPr sz="800"/>
            </a:lvl6pPr>
            <a:lvl7pPr indent="-2794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�"/>
              <a:defRPr sz="800"/>
            </a:lvl7pPr>
            <a:lvl8pPr indent="-2794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�"/>
              <a:defRPr sz="800"/>
            </a:lvl8pPr>
            <a:lvl9pPr indent="-2794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�"/>
              <a:defRPr sz="800"/>
            </a:lvl9pPr>
          </a:lstStyle>
          <a:p/>
        </p:txBody>
      </p:sp>
      <p:sp>
        <p:nvSpPr>
          <p:cNvPr id="87" name="Google Shape;87;p18"/>
          <p:cNvSpPr txBox="1"/>
          <p:nvPr>
            <p:ph idx="10" type="dt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88" name="Google Shape;88;p18"/>
          <p:cNvSpPr txBox="1"/>
          <p:nvPr>
            <p:ph idx="11" type="ftr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89" name="Google Shape;89;p18"/>
          <p:cNvSpPr txBox="1"/>
          <p:nvPr>
            <p:ph idx="12" type="sldNum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228600" y="137319"/>
            <a:ext cx="41148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0" type="dt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1" type="ftr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idx="10" type="dt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228600" y="136525"/>
            <a:ext cx="1504157" cy="581025"/>
          </a:xfrm>
          <a:prstGeom prst="rect">
            <a:avLst/>
          </a:prstGeom>
          <a:noFill/>
          <a:ln>
            <a:noFill/>
          </a:ln>
        </p:spPr>
        <p:txBody>
          <a:bodyPr anchorCtr="0" anchor="b" bIns="22850" lIns="45725" spcFirstLastPara="1" rIns="45725" wrap="square" tIns="2285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1787525" y="136525"/>
            <a:ext cx="2555875" cy="2926556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3302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Char char="�"/>
              <a:defRPr sz="1600"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�"/>
              <a:defRPr sz="1400"/>
            </a:lvl2pPr>
            <a:lvl3pPr indent="-3048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�"/>
              <a:defRPr sz="1200"/>
            </a:lvl3pPr>
            <a:lvl4pPr indent="-2921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�"/>
              <a:defRPr sz="1000"/>
            </a:lvl4pPr>
            <a:lvl5pPr indent="-2921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�"/>
              <a:defRPr sz="1000"/>
            </a:lvl5pPr>
            <a:lvl6pPr indent="-2921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�"/>
              <a:defRPr sz="1000"/>
            </a:lvl6pPr>
            <a:lvl7pPr indent="-2921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�"/>
              <a:defRPr sz="1000"/>
            </a:lvl7pPr>
            <a:lvl8pPr indent="-2921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�"/>
              <a:defRPr sz="1000"/>
            </a:lvl8pPr>
            <a:lvl9pPr indent="-2921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�"/>
              <a:defRPr sz="10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228600" y="717550"/>
            <a:ext cx="1504157" cy="2345532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228600" lvl="0" marL="457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indent="-228600" lvl="1" marL="914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600"/>
              <a:buNone/>
              <a:defRPr sz="600"/>
            </a:lvl2pPr>
            <a:lvl3pPr indent="-228600" lvl="2" marL="1371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896144" y="2400300"/>
            <a:ext cx="2743200" cy="283369"/>
          </a:xfrm>
          <a:prstGeom prst="rect">
            <a:avLst/>
          </a:prstGeom>
          <a:noFill/>
          <a:ln>
            <a:noFill/>
          </a:ln>
        </p:spPr>
        <p:txBody>
          <a:bodyPr anchorCtr="0" anchor="b" bIns="22850" lIns="45725" spcFirstLastPara="1" rIns="45725" wrap="square" tIns="2285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896144" y="306388"/>
            <a:ext cx="2743200" cy="20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Autofit/>
          </a:bodyPr>
          <a:lstStyle>
            <a:lvl1pPr lvl="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896144" y="2683669"/>
            <a:ext cx="2743200" cy="402431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228600" lvl="0" marL="457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indent="-228600" lvl="1" marL="914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600"/>
              <a:buNone/>
              <a:defRPr sz="600"/>
            </a:lvl2pPr>
            <a:lvl3pPr indent="-228600" lvl="2" marL="1371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228600" y="137319"/>
            <a:ext cx="41148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1154509" y="-125809"/>
            <a:ext cx="2262982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28575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/>
            </a:lvl1pPr>
            <a:lvl2pPr indent="-28575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/>
            </a:lvl2pPr>
            <a:lvl3pPr indent="-28575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/>
            </a:lvl3pPr>
            <a:lvl4pPr indent="-28575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/>
            </a:lvl4pPr>
            <a:lvl5pPr indent="-28575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/>
            </a:lvl5pPr>
            <a:lvl6pPr indent="-28575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/>
            </a:lvl6pPr>
            <a:lvl7pPr indent="-28575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/>
            </a:lvl7pPr>
            <a:lvl8pPr indent="-28575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/>
            </a:lvl8pPr>
            <a:lvl9pPr indent="-28575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2366169" y="1085850"/>
            <a:ext cx="2925763" cy="102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270669" y="95250"/>
            <a:ext cx="2925763" cy="30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28575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/>
            </a:lvl1pPr>
            <a:lvl2pPr indent="-28575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/>
            </a:lvl2pPr>
            <a:lvl3pPr indent="-28575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/>
            </a:lvl3pPr>
            <a:lvl4pPr indent="-28575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/>
            </a:lvl4pPr>
            <a:lvl5pPr indent="-28575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/>
            </a:lvl5pPr>
            <a:lvl6pPr indent="-28575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/>
            </a:lvl6pPr>
            <a:lvl7pPr indent="-28575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/>
            </a:lvl7pPr>
            <a:lvl8pPr indent="-28575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/>
            </a:lvl8pPr>
            <a:lvl9pPr indent="-28575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�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228600" y="137319"/>
            <a:ext cx="41148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None/>
              <a:defRPr b="0" i="0" sz="2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228600" y="800100"/>
            <a:ext cx="4114800" cy="2262982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330200" lvl="0" marL="4572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�"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�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04800" lvl="2" marL="137160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�"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92100" lvl="3" marL="182880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�"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92100" lvl="4" marL="228600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�"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2100" lvl="5" marL="274320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�"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2100" lvl="6" marL="320040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�"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2100" lvl="7" marL="365760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�"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2100" lvl="8" marL="411480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�"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8.xml"/><Relationship Id="rId3" Type="http://schemas.openxmlformats.org/officeDocument/2006/relationships/comments" Target="../comments/comment1.xml"/><Relationship Id="rId4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comments" Target="../comments/comment2.xml"/><Relationship Id="rId4" Type="http://schemas.openxmlformats.org/officeDocument/2006/relationships/image" Target="../media/image11.png"/><Relationship Id="rId5" Type="http://schemas.openxmlformats.org/officeDocument/2006/relationships/image" Target="../media/image13.png"/><Relationship Id="rId6" Type="http://schemas.openxmlformats.org/officeDocument/2006/relationships/image" Target="../media/image1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4.jp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7.jp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8.jp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Google Shape;129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809039"/>
            <a:ext cx="333817" cy="33381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09040" y="4809039"/>
            <a:ext cx="333817" cy="33381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665052" y="4665052"/>
            <a:ext cx="477804" cy="4778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333817" cy="33381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09040" y="0"/>
            <a:ext cx="333817" cy="33381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477804" cy="477804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5"/>
          <p:cNvSpPr txBox="1"/>
          <p:nvPr/>
        </p:nvSpPr>
        <p:spPr>
          <a:xfrm>
            <a:off x="835042" y="874638"/>
            <a:ext cx="10511100" cy="43245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8500"/>
              <a:t>슬기로운</a:t>
            </a:r>
            <a:endParaRPr b="1" sz="8500"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8500"/>
              <a:t>건강 생활</a:t>
            </a:r>
            <a:endParaRPr b="1" sz="8500"/>
          </a:p>
        </p:txBody>
      </p:sp>
      <p:sp>
        <p:nvSpPr>
          <p:cNvPr id="136" name="Google Shape;136;p25"/>
          <p:cNvSpPr txBox="1"/>
          <p:nvPr/>
        </p:nvSpPr>
        <p:spPr>
          <a:xfrm>
            <a:off x="1104494" y="3545634"/>
            <a:ext cx="22947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2000"/>
              <a:t>-건강하게 해조-</a:t>
            </a:r>
            <a:endParaRPr b="1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25"/>
          <p:cNvSpPr txBox="1"/>
          <p:nvPr/>
        </p:nvSpPr>
        <p:spPr>
          <a:xfrm>
            <a:off x="9344025" y="3964775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6"/>
          <p:cNvSpPr txBox="1"/>
          <p:nvPr>
            <p:ph type="title"/>
          </p:nvPr>
        </p:nvSpPr>
        <p:spPr>
          <a:xfrm>
            <a:off x="216425" y="527325"/>
            <a:ext cx="2794200" cy="571500"/>
          </a:xfrm>
          <a:prstGeom prst="rect">
            <a:avLst/>
          </a:prstGeom>
        </p:spPr>
        <p:txBody>
          <a:bodyPr anchorCtr="0" anchor="ctr" bIns="22850" lIns="45725" spcFirstLastPara="1" rIns="45725" wrap="square" tIns="228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3600"/>
              <a:t>목차</a:t>
            </a:r>
            <a:endParaRPr sz="3600"/>
          </a:p>
        </p:txBody>
      </p:sp>
      <p:sp>
        <p:nvSpPr>
          <p:cNvPr id="143" name="Google Shape;143;p26"/>
          <p:cNvSpPr txBox="1"/>
          <p:nvPr/>
        </p:nvSpPr>
        <p:spPr>
          <a:xfrm>
            <a:off x="1011625" y="1340725"/>
            <a:ext cx="6057600" cy="266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746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Calibri"/>
              <a:buAutoNum type="arabicPeriod"/>
            </a:pPr>
            <a:r>
              <a:rPr lang="ko" sz="2300">
                <a:latin typeface="Calibri"/>
                <a:ea typeface="Calibri"/>
                <a:cs typeface="Calibri"/>
                <a:sym typeface="Calibri"/>
              </a:rPr>
              <a:t>어쩌다 이걸 만들었을까….</a:t>
            </a:r>
            <a:endParaRPr sz="2300">
              <a:latin typeface="Calibri"/>
              <a:ea typeface="Calibri"/>
              <a:cs typeface="Calibri"/>
              <a:sym typeface="Calibri"/>
            </a:endParaRPr>
          </a:p>
          <a:p>
            <a:pPr indent="-3746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Calibri"/>
              <a:buAutoNum type="arabicPeriod"/>
            </a:pPr>
            <a:r>
              <a:rPr lang="ko" sz="2300">
                <a:latin typeface="Calibri"/>
                <a:ea typeface="Calibri"/>
                <a:cs typeface="Calibri"/>
                <a:sym typeface="Calibri"/>
              </a:rPr>
              <a:t>어떤 앱이지?</a:t>
            </a:r>
            <a:endParaRPr sz="2300">
              <a:latin typeface="Calibri"/>
              <a:ea typeface="Calibri"/>
              <a:cs typeface="Calibri"/>
              <a:sym typeface="Calibri"/>
            </a:endParaRPr>
          </a:p>
          <a:p>
            <a:pPr indent="-3746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Calibri"/>
              <a:buAutoNum type="arabicPeriod"/>
            </a:pPr>
            <a:r>
              <a:rPr lang="ko" sz="2300">
                <a:latin typeface="Calibri"/>
                <a:ea typeface="Calibri"/>
                <a:cs typeface="Calibri"/>
                <a:sym typeface="Calibri"/>
              </a:rPr>
              <a:t>지금까지 공부한 내용</a:t>
            </a:r>
            <a:endParaRPr sz="2300">
              <a:latin typeface="Calibri"/>
              <a:ea typeface="Calibri"/>
              <a:cs typeface="Calibri"/>
              <a:sym typeface="Calibri"/>
            </a:endParaRPr>
          </a:p>
          <a:p>
            <a:pPr indent="-3746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Calibri"/>
              <a:buAutoNum type="arabicPeriod"/>
            </a:pPr>
            <a:r>
              <a:rPr lang="ko" sz="2300">
                <a:latin typeface="Calibri"/>
                <a:ea typeface="Calibri"/>
                <a:cs typeface="Calibri"/>
                <a:sym typeface="Calibri"/>
              </a:rPr>
              <a:t>앞으로 무엇을 할까</a:t>
            </a:r>
            <a:endParaRPr sz="23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809039"/>
            <a:ext cx="333817" cy="333817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09040" y="4809039"/>
            <a:ext cx="333817" cy="333817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665052" y="4665052"/>
            <a:ext cx="477804" cy="4778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333817" cy="333817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09040" y="0"/>
            <a:ext cx="333817" cy="333817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477804" cy="477804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27"/>
          <p:cNvSpPr txBox="1"/>
          <p:nvPr/>
        </p:nvSpPr>
        <p:spPr>
          <a:xfrm>
            <a:off x="0" y="-1"/>
            <a:ext cx="52557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4300"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4300"/>
              <a:t>개발동기</a:t>
            </a:r>
            <a:endParaRPr b="1" sz="4300"/>
          </a:p>
        </p:txBody>
      </p:sp>
      <p:pic>
        <p:nvPicPr>
          <p:cNvPr id="155" name="Google Shape;155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0825" y="1774675"/>
            <a:ext cx="3108901" cy="289037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7"/>
          <p:cNvSpPr/>
          <p:nvPr/>
        </p:nvSpPr>
        <p:spPr>
          <a:xfrm>
            <a:off x="3567888" y="2501513"/>
            <a:ext cx="1687800" cy="14367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27"/>
          <p:cNvSpPr txBox="1"/>
          <p:nvPr/>
        </p:nvSpPr>
        <p:spPr>
          <a:xfrm>
            <a:off x="5111675" y="1654400"/>
            <a:ext cx="3930600" cy="295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0">
                <a:latin typeface="Impact"/>
                <a:ea typeface="Impact"/>
                <a:cs typeface="Impact"/>
                <a:sym typeface="Impact"/>
              </a:rPr>
              <a:t>게임 </a:t>
            </a:r>
            <a:endParaRPr sz="6000">
              <a:latin typeface="Impact"/>
              <a:ea typeface="Impact"/>
              <a:cs typeface="Impact"/>
              <a:sym typeface="Impac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0">
                <a:latin typeface="Impact"/>
                <a:ea typeface="Impact"/>
                <a:cs typeface="Impact"/>
                <a:sym typeface="Impact"/>
              </a:rPr>
              <a:t>         &amp;</a:t>
            </a:r>
            <a:endParaRPr sz="6000">
              <a:latin typeface="Impact"/>
              <a:ea typeface="Impact"/>
              <a:cs typeface="Impact"/>
              <a:sym typeface="Impac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0">
                <a:latin typeface="Impact"/>
                <a:ea typeface="Impact"/>
                <a:cs typeface="Impact"/>
                <a:sym typeface="Impact"/>
              </a:rPr>
              <a:t>              건강</a:t>
            </a:r>
            <a:endParaRPr sz="6000">
              <a:latin typeface="Impact"/>
              <a:ea typeface="Impact"/>
              <a:cs typeface="Impact"/>
              <a:sym typeface="Impac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8"/>
          <p:cNvSpPr txBox="1"/>
          <p:nvPr>
            <p:ph type="ctrTitle"/>
          </p:nvPr>
        </p:nvSpPr>
        <p:spPr>
          <a:xfrm>
            <a:off x="-492250" y="743775"/>
            <a:ext cx="3606600" cy="735000"/>
          </a:xfrm>
          <a:prstGeom prst="rect">
            <a:avLst/>
          </a:prstGeom>
        </p:spPr>
        <p:txBody>
          <a:bodyPr anchorCtr="0" anchor="ctr" bIns="22850" lIns="45725" spcFirstLastPara="1" rIns="45725" wrap="square" tIns="22850">
            <a:noAutofit/>
          </a:bodyPr>
          <a:lstStyle/>
          <a:p>
            <a:pPr indent="0" lvl="0" marL="45720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4300"/>
              <a:t>앱 주요 기능</a:t>
            </a:r>
            <a:endParaRPr b="1" sz="4300"/>
          </a:p>
        </p:txBody>
      </p:sp>
      <p:pic>
        <p:nvPicPr>
          <p:cNvPr id="163" name="Google Shape;16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75" y="1631150"/>
            <a:ext cx="3815725" cy="315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092625" y="1631150"/>
            <a:ext cx="4961950" cy="3154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9"/>
          <p:cNvSpPr txBox="1"/>
          <p:nvPr>
            <p:ph type="ctrTitle"/>
          </p:nvPr>
        </p:nvSpPr>
        <p:spPr>
          <a:xfrm>
            <a:off x="-492250" y="743775"/>
            <a:ext cx="3606600" cy="735000"/>
          </a:xfrm>
          <a:prstGeom prst="rect">
            <a:avLst/>
          </a:prstGeom>
        </p:spPr>
        <p:txBody>
          <a:bodyPr anchorCtr="0" anchor="ctr" bIns="22850" lIns="45725" spcFirstLastPara="1" rIns="45725" wrap="square" tIns="22850">
            <a:noAutofit/>
          </a:bodyPr>
          <a:lstStyle/>
          <a:p>
            <a:pPr indent="0" lvl="0" marL="45720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4300"/>
              <a:t>앱 주요 기능</a:t>
            </a:r>
            <a:endParaRPr b="1" sz="4300"/>
          </a:p>
        </p:txBody>
      </p:sp>
      <p:pic>
        <p:nvPicPr>
          <p:cNvPr id="170" name="Google Shape;170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2625" y="1832100"/>
            <a:ext cx="4217575" cy="2989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24200" y="307550"/>
            <a:ext cx="3775550" cy="4514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30"/>
          <p:cNvSpPr txBox="1"/>
          <p:nvPr>
            <p:ph type="ctrTitle"/>
          </p:nvPr>
        </p:nvSpPr>
        <p:spPr>
          <a:xfrm>
            <a:off x="-492250" y="743775"/>
            <a:ext cx="3606600" cy="735000"/>
          </a:xfrm>
          <a:prstGeom prst="rect">
            <a:avLst/>
          </a:prstGeom>
        </p:spPr>
        <p:txBody>
          <a:bodyPr anchorCtr="0" anchor="ctr" bIns="22850" lIns="45725" spcFirstLastPara="1" rIns="45725" wrap="square" tIns="22850">
            <a:noAutofit/>
          </a:bodyPr>
          <a:lstStyle/>
          <a:p>
            <a:pPr indent="0" lvl="0" marL="45720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4300"/>
              <a:t>앱 주요 기능</a:t>
            </a:r>
            <a:endParaRPr b="1" sz="4300"/>
          </a:p>
        </p:txBody>
      </p:sp>
      <p:pic>
        <p:nvPicPr>
          <p:cNvPr id="177" name="Google Shape;177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53613" y="1478775"/>
            <a:ext cx="4036775" cy="3261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1"/>
          <p:cNvSpPr txBox="1"/>
          <p:nvPr>
            <p:ph type="ctrTitle"/>
          </p:nvPr>
        </p:nvSpPr>
        <p:spPr>
          <a:xfrm>
            <a:off x="342900" y="1065213"/>
            <a:ext cx="3886200" cy="735000"/>
          </a:xfrm>
          <a:prstGeom prst="rect">
            <a:avLst/>
          </a:prstGeom>
        </p:spPr>
        <p:txBody>
          <a:bodyPr anchorCtr="0" anchor="ctr" bIns="22850" lIns="45725" spcFirstLastPara="1" rIns="45725" wrap="square" tIns="2285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31"/>
          <p:cNvSpPr txBox="1"/>
          <p:nvPr>
            <p:ph idx="1" type="subTitle"/>
          </p:nvPr>
        </p:nvSpPr>
        <p:spPr>
          <a:xfrm>
            <a:off x="685800" y="1943100"/>
            <a:ext cx="3200400" cy="876300"/>
          </a:xfrm>
          <a:prstGeom prst="rect">
            <a:avLst/>
          </a:prstGeom>
        </p:spPr>
        <p:txBody>
          <a:bodyPr anchorCtr="0" anchor="t" bIns="22850" lIns="45725" spcFirstLastPara="1" rIns="45725" wrap="square" tIns="22850">
            <a:normAutofit/>
          </a:bodyPr>
          <a:lstStyle/>
          <a:p>
            <a:pPr indent="0" lvl="0" marL="0" rtl="0" algn="ctr"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Google Shape;188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86101" y="1513876"/>
            <a:ext cx="5002075" cy="1536217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32"/>
          <p:cNvSpPr txBox="1"/>
          <p:nvPr>
            <p:ph type="title"/>
          </p:nvPr>
        </p:nvSpPr>
        <p:spPr>
          <a:xfrm>
            <a:off x="-441775" y="112950"/>
            <a:ext cx="3769200" cy="594000"/>
          </a:xfrm>
          <a:prstGeom prst="rect">
            <a:avLst/>
          </a:prstGeom>
        </p:spPr>
        <p:txBody>
          <a:bodyPr anchorCtr="0" anchor="ctr" bIns="22850" lIns="45725" spcFirstLastPara="1" rIns="45725" wrap="square" tIns="2285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2700"/>
              <a:t>Flutter</a:t>
            </a:r>
            <a:endParaRPr sz="27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3"/>
          <p:cNvSpPr txBox="1"/>
          <p:nvPr/>
        </p:nvSpPr>
        <p:spPr>
          <a:xfrm>
            <a:off x="246600" y="1925250"/>
            <a:ext cx="86508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457200" lvl="0" marL="457200" rtl="0" algn="l">
              <a:spcBef>
                <a:spcPts val="0"/>
              </a:spcBef>
              <a:spcAft>
                <a:spcPts val="0"/>
              </a:spcAft>
              <a:buSzPts val="3600"/>
              <a:buFont typeface="Calibri"/>
              <a:buChar char="●"/>
            </a:pPr>
            <a:r>
              <a:rPr lang="ko" sz="3600">
                <a:latin typeface="Calibri"/>
                <a:ea typeface="Calibri"/>
                <a:cs typeface="Calibri"/>
                <a:sym typeface="Calibri"/>
              </a:rPr>
              <a:t>iOS 런칭</a:t>
            </a:r>
            <a:endParaRPr sz="36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latin typeface="Calibri"/>
              <a:ea typeface="Calibri"/>
              <a:cs typeface="Calibri"/>
              <a:sym typeface="Calibri"/>
            </a:endParaRPr>
          </a:p>
          <a:p>
            <a:pPr indent="-457200" lvl="0" marL="457200" rtl="0" algn="l">
              <a:spcBef>
                <a:spcPts val="0"/>
              </a:spcBef>
              <a:spcAft>
                <a:spcPts val="0"/>
              </a:spcAft>
              <a:buSzPts val="3600"/>
              <a:buFont typeface="Calibri"/>
              <a:buChar char="●"/>
            </a:pPr>
            <a:r>
              <a:rPr lang="ko" sz="3600">
                <a:latin typeface="Calibri"/>
                <a:ea typeface="Calibri"/>
                <a:cs typeface="Calibri"/>
                <a:sym typeface="Calibri"/>
              </a:rPr>
              <a:t> 자바 보다 간단하기 때문이다.</a:t>
            </a:r>
            <a:endParaRPr sz="3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33"/>
          <p:cNvSpPr txBox="1"/>
          <p:nvPr/>
        </p:nvSpPr>
        <p:spPr>
          <a:xfrm>
            <a:off x="403000" y="254525"/>
            <a:ext cx="7593300" cy="7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3500">
                <a:latin typeface="Calibri"/>
                <a:ea typeface="Calibri"/>
                <a:cs typeface="Calibri"/>
                <a:sym typeface="Calibri"/>
              </a:rPr>
              <a:t>쓰는 이유!</a:t>
            </a:r>
            <a:endParaRPr sz="35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4"/>
          <p:cNvSpPr txBox="1"/>
          <p:nvPr>
            <p:ph type="ctrTitle"/>
          </p:nvPr>
        </p:nvSpPr>
        <p:spPr>
          <a:xfrm>
            <a:off x="342900" y="252100"/>
            <a:ext cx="8801100" cy="735000"/>
          </a:xfrm>
          <a:prstGeom prst="rect">
            <a:avLst/>
          </a:prstGeom>
        </p:spPr>
        <p:txBody>
          <a:bodyPr anchorCtr="0" anchor="ctr" bIns="22850" lIns="45725" spcFirstLastPara="1" rIns="45725" wrap="square" tIns="228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5500"/>
              <a:t>우리가 공부했던 것</a:t>
            </a:r>
            <a:endParaRPr sz="5500"/>
          </a:p>
        </p:txBody>
      </p:sp>
      <p:sp>
        <p:nvSpPr>
          <p:cNvPr id="201" name="Google Shape;201;p34"/>
          <p:cNvSpPr txBox="1"/>
          <p:nvPr/>
        </p:nvSpPr>
        <p:spPr>
          <a:xfrm>
            <a:off x="1340725" y="1621050"/>
            <a:ext cx="6045600" cy="264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482600" lvl="0" marL="457200" rtl="0" algn="l">
              <a:spcBef>
                <a:spcPts val="0"/>
              </a:spcBef>
              <a:spcAft>
                <a:spcPts val="0"/>
              </a:spcAft>
              <a:buSzPts val="4000"/>
              <a:buFont typeface="Calibri"/>
              <a:buAutoNum type="arabicPeriod"/>
            </a:pPr>
            <a:r>
              <a:rPr lang="ko" sz="4000">
                <a:latin typeface="Calibri"/>
                <a:ea typeface="Calibri"/>
                <a:cs typeface="Calibri"/>
                <a:sym typeface="Calibri"/>
              </a:rPr>
              <a:t>사이트맵 &amp; 스토리보드</a:t>
            </a:r>
            <a:endParaRPr sz="4000">
              <a:latin typeface="Calibri"/>
              <a:ea typeface="Calibri"/>
              <a:cs typeface="Calibri"/>
              <a:sym typeface="Calibri"/>
            </a:endParaRPr>
          </a:p>
          <a:p>
            <a:pPr indent="-482600" lvl="0" marL="457200" rtl="0" algn="l">
              <a:spcBef>
                <a:spcPts val="0"/>
              </a:spcBef>
              <a:spcAft>
                <a:spcPts val="0"/>
              </a:spcAft>
              <a:buSzPts val="4000"/>
              <a:buFont typeface="Calibri"/>
              <a:buAutoNum type="arabicPeriod"/>
            </a:pPr>
            <a:r>
              <a:rPr lang="ko" sz="4000">
                <a:latin typeface="Calibri"/>
                <a:ea typeface="Calibri"/>
                <a:cs typeface="Calibri"/>
                <a:sym typeface="Calibri"/>
              </a:rPr>
              <a:t>기본적인 알고리즘</a:t>
            </a:r>
            <a:endParaRPr sz="4000">
              <a:latin typeface="Calibri"/>
              <a:ea typeface="Calibri"/>
              <a:cs typeface="Calibri"/>
              <a:sym typeface="Calibri"/>
            </a:endParaRPr>
          </a:p>
          <a:p>
            <a:pPr indent="-482600" lvl="0" marL="457200" rtl="0" algn="l">
              <a:spcBef>
                <a:spcPts val="0"/>
              </a:spcBef>
              <a:spcAft>
                <a:spcPts val="0"/>
              </a:spcAft>
              <a:buSzPts val="4000"/>
              <a:buFont typeface="Calibri"/>
              <a:buAutoNum type="arabicPeriod"/>
            </a:pPr>
            <a:r>
              <a:rPr lang="ko" sz="4000">
                <a:latin typeface="Calibri"/>
                <a:ea typeface="Calibri"/>
                <a:cs typeface="Calibri"/>
                <a:sym typeface="Calibri"/>
              </a:rPr>
              <a:t>OOP</a:t>
            </a:r>
            <a:endParaRPr sz="4000">
              <a:latin typeface="Calibri"/>
              <a:ea typeface="Calibri"/>
              <a:cs typeface="Calibri"/>
              <a:sym typeface="Calibri"/>
            </a:endParaRPr>
          </a:p>
          <a:p>
            <a:pPr indent="-482600" lvl="0" marL="457200" rtl="0" algn="l">
              <a:spcBef>
                <a:spcPts val="0"/>
              </a:spcBef>
              <a:spcAft>
                <a:spcPts val="0"/>
              </a:spcAft>
              <a:buSzPts val="4000"/>
              <a:buFont typeface="Calibri"/>
              <a:buAutoNum type="arabicPeriod"/>
            </a:pPr>
            <a:r>
              <a:rPr lang="ko" sz="4000">
                <a:latin typeface="Calibri"/>
                <a:ea typeface="Calibri"/>
                <a:cs typeface="Calibri"/>
                <a:sym typeface="Calibri"/>
              </a:rPr>
              <a:t>Dart</a:t>
            </a:r>
            <a:endParaRPr sz="40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5"/>
          <p:cNvSpPr txBox="1"/>
          <p:nvPr>
            <p:ph type="ctrTitle"/>
          </p:nvPr>
        </p:nvSpPr>
        <p:spPr>
          <a:xfrm>
            <a:off x="323850" y="333475"/>
            <a:ext cx="4248300" cy="735000"/>
          </a:xfrm>
          <a:prstGeom prst="rect">
            <a:avLst/>
          </a:prstGeom>
        </p:spPr>
        <p:txBody>
          <a:bodyPr anchorCtr="0" anchor="ctr" bIns="22850" lIns="45725" spcFirstLastPara="1" rIns="45725" wrap="square" tIns="228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6300"/>
              <a:t>사이트맵</a:t>
            </a:r>
            <a:endParaRPr sz="6300"/>
          </a:p>
        </p:txBody>
      </p:sp>
      <p:sp>
        <p:nvSpPr>
          <p:cNvPr id="207" name="Google Shape;207;p35"/>
          <p:cNvSpPr txBox="1"/>
          <p:nvPr>
            <p:ph idx="1" type="subTitle"/>
          </p:nvPr>
        </p:nvSpPr>
        <p:spPr>
          <a:xfrm>
            <a:off x="685800" y="1943100"/>
            <a:ext cx="3200400" cy="876300"/>
          </a:xfrm>
          <a:prstGeom prst="rect">
            <a:avLst/>
          </a:prstGeom>
        </p:spPr>
        <p:txBody>
          <a:bodyPr anchorCtr="0" anchor="t" bIns="22850" lIns="45725" spcFirstLastPara="1" rIns="45725" wrap="square" tIns="22850">
            <a:normAutofit/>
          </a:bodyPr>
          <a:lstStyle/>
          <a:p>
            <a:pPr indent="0" lvl="0" marL="0" rtl="0" algn="ctr"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08" name="Google Shape;208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384825"/>
            <a:ext cx="4610099" cy="3635277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145" y="1305973"/>
            <a:ext cx="4657550" cy="3792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6"/>
          <p:cNvSpPr txBox="1"/>
          <p:nvPr/>
        </p:nvSpPr>
        <p:spPr>
          <a:xfrm>
            <a:off x="4434251" y="506556"/>
            <a:ext cx="4253700" cy="9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5900"/>
              <a:t>스토리보드</a:t>
            </a:r>
            <a:endParaRPr b="1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5" name="Google Shape;215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1306" y="193144"/>
            <a:ext cx="3605652" cy="265966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16" name="Google Shape;216;p36"/>
          <p:cNvSpPr txBox="1"/>
          <p:nvPr/>
        </p:nvSpPr>
        <p:spPr>
          <a:xfrm>
            <a:off x="4434250" y="1748800"/>
            <a:ext cx="40587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2500">
                <a:latin typeface="Calibri"/>
                <a:ea typeface="Calibri"/>
                <a:cs typeface="Calibri"/>
                <a:sym typeface="Calibri"/>
              </a:rPr>
              <a:t>-한 장면 한 장면 </a:t>
            </a:r>
            <a:r>
              <a:rPr b="1" lang="ko" sz="2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세부묘사</a:t>
            </a:r>
            <a:endParaRPr b="1" sz="2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7" name="Google Shape;217;p3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3325" y="3007626"/>
            <a:ext cx="2541400" cy="1762850"/>
          </a:xfrm>
          <a:prstGeom prst="rect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18" name="Google Shape;218;p36"/>
          <p:cNvSpPr/>
          <p:nvPr/>
        </p:nvSpPr>
        <p:spPr>
          <a:xfrm>
            <a:off x="3559475" y="3604350"/>
            <a:ext cx="1121100" cy="5694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ㄱㅊ</a:t>
            </a:r>
            <a:endParaRPr b="1"/>
          </a:p>
        </p:txBody>
      </p:sp>
      <p:pic>
        <p:nvPicPr>
          <p:cNvPr id="219" name="Google Shape;219;p3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029125" y="3007625"/>
            <a:ext cx="2742074" cy="1762850"/>
          </a:xfrm>
          <a:prstGeom prst="rect">
            <a:avLst/>
          </a:prstGeom>
          <a:noFill/>
          <a:ln cap="flat" cmpd="sng" w="76200">
            <a:solidFill>
              <a:srgbClr val="1187CF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7"/>
          <p:cNvSpPr txBox="1"/>
          <p:nvPr/>
        </p:nvSpPr>
        <p:spPr>
          <a:xfrm>
            <a:off x="360275" y="141825"/>
            <a:ext cx="8490300" cy="8961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ko" sz="5900"/>
              <a:t>스토리보드 만드는 방법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37"/>
          <p:cNvSpPr txBox="1"/>
          <p:nvPr/>
        </p:nvSpPr>
        <p:spPr>
          <a:xfrm>
            <a:off x="838800" y="1114125"/>
            <a:ext cx="7466400" cy="353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" sz="2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첫 번째!</a:t>
            </a:r>
            <a:endParaRPr b="1" sz="2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" sz="2200">
                <a:latin typeface="Calibri"/>
                <a:ea typeface="Calibri"/>
                <a:cs typeface="Calibri"/>
                <a:sym typeface="Calibri"/>
              </a:rPr>
              <a:t>네모난 틀을 준비한다</a:t>
            </a:r>
            <a:endParaRPr b="1" sz="22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" sz="2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두 번째!</a:t>
            </a:r>
            <a:endParaRPr b="1" sz="2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" sz="2200">
                <a:latin typeface="Calibri"/>
                <a:ea typeface="Calibri"/>
                <a:cs typeface="Calibri"/>
                <a:sym typeface="Calibri"/>
              </a:rPr>
              <a:t>네모난 틀에다가 앱의 모습을 스케치한다</a:t>
            </a:r>
            <a:endParaRPr b="1" sz="22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" sz="2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세 번째!</a:t>
            </a:r>
            <a:endParaRPr b="1" sz="2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1400"/>
              </a:spcAft>
              <a:buNone/>
            </a:pPr>
            <a:r>
              <a:rPr b="1" lang="ko" sz="2200">
                <a:latin typeface="Calibri"/>
                <a:ea typeface="Calibri"/>
                <a:cs typeface="Calibri"/>
                <a:sym typeface="Calibri"/>
              </a:rPr>
              <a:t>스케치 후 세부내용을 적어준다</a:t>
            </a:r>
            <a:endParaRPr b="1" sz="2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8"/>
          <p:cNvSpPr txBox="1"/>
          <p:nvPr>
            <p:ph type="ctrTitle"/>
          </p:nvPr>
        </p:nvSpPr>
        <p:spPr>
          <a:xfrm>
            <a:off x="224400" y="242275"/>
            <a:ext cx="8919600" cy="735000"/>
          </a:xfrm>
          <a:prstGeom prst="rect">
            <a:avLst/>
          </a:prstGeom>
        </p:spPr>
        <p:txBody>
          <a:bodyPr anchorCtr="0" anchor="ctr" bIns="22850" lIns="45725" spcFirstLastPara="1" rIns="45725" wrap="square" tIns="22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3200"/>
              <a:t>스토리 보드를 작성하지 않는다면...</a:t>
            </a:r>
            <a:endParaRPr b="1" sz="3200"/>
          </a:p>
        </p:txBody>
      </p:sp>
      <p:sp>
        <p:nvSpPr>
          <p:cNvPr id="231" name="Google Shape;231;p38"/>
          <p:cNvSpPr txBox="1"/>
          <p:nvPr/>
        </p:nvSpPr>
        <p:spPr>
          <a:xfrm>
            <a:off x="224400" y="1122475"/>
            <a:ext cx="8267100" cy="101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87350" lvl="0" marL="457200" rtl="0" algn="l">
              <a:lnSpc>
                <a:spcPct val="115000"/>
              </a:lnSpc>
              <a:spcBef>
                <a:spcPts val="2200"/>
              </a:spcBef>
              <a:spcAft>
                <a:spcPts val="0"/>
              </a:spcAft>
              <a:buSzPts val="2500"/>
              <a:buFont typeface="Calibri"/>
              <a:buChar char="●"/>
            </a:pPr>
            <a:r>
              <a:rPr b="1" lang="ko" sz="2500">
                <a:latin typeface="Calibri"/>
                <a:ea typeface="Calibri"/>
                <a:cs typeface="Calibri"/>
                <a:sym typeface="Calibri"/>
              </a:rPr>
              <a:t>프로그램 중간에 문제가 생겼을 시 </a:t>
            </a:r>
            <a:r>
              <a:rPr b="1" lang="ko" sz="25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다시 갈아엎고</a:t>
            </a:r>
            <a:r>
              <a:rPr b="1" lang="ko" sz="2500">
                <a:latin typeface="Calibri"/>
                <a:ea typeface="Calibri"/>
                <a:cs typeface="Calibri"/>
                <a:sym typeface="Calibri"/>
              </a:rPr>
              <a:t> 기본틀을 다시 짜야하는 </a:t>
            </a:r>
            <a:r>
              <a:rPr b="1" lang="ko" sz="2500" u="sng">
                <a:latin typeface="Calibri"/>
                <a:ea typeface="Calibri"/>
                <a:cs typeface="Calibri"/>
                <a:sym typeface="Calibri"/>
              </a:rPr>
              <a:t>대참사</a:t>
            </a:r>
            <a:r>
              <a:rPr b="1" lang="ko" sz="2500">
                <a:latin typeface="Calibri"/>
                <a:ea typeface="Calibri"/>
                <a:cs typeface="Calibri"/>
                <a:sym typeface="Calibri"/>
              </a:rPr>
              <a:t>가 일어난다….</a:t>
            </a:r>
            <a:endParaRPr b="1" sz="25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38"/>
          <p:cNvSpPr txBox="1"/>
          <p:nvPr/>
        </p:nvSpPr>
        <p:spPr>
          <a:xfrm>
            <a:off x="224400" y="2559975"/>
            <a:ext cx="77247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3200">
                <a:latin typeface="Calibri"/>
                <a:ea typeface="Calibri"/>
                <a:cs typeface="Calibri"/>
                <a:sym typeface="Calibri"/>
              </a:rPr>
              <a:t>또한 스토리보드를 대충 작성한다면...</a:t>
            </a:r>
            <a:endParaRPr b="1" sz="32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38"/>
          <p:cNvSpPr txBox="1"/>
          <p:nvPr/>
        </p:nvSpPr>
        <p:spPr>
          <a:xfrm>
            <a:off x="231025" y="3562700"/>
            <a:ext cx="77619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87350" lvl="0" marL="45720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2500"/>
              <a:buFont typeface="Calibri"/>
              <a:buChar char="●"/>
            </a:pPr>
            <a:r>
              <a:rPr b="1" lang="ko" sz="2500">
                <a:latin typeface="Calibri"/>
                <a:ea typeface="Calibri"/>
                <a:cs typeface="Calibri"/>
                <a:sym typeface="Calibri"/>
              </a:rPr>
              <a:t>디자이너가 </a:t>
            </a:r>
            <a:r>
              <a:rPr b="1" lang="ko" sz="25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극대노</a:t>
            </a:r>
            <a:r>
              <a:rPr b="1" lang="ko" sz="2500">
                <a:latin typeface="Calibri"/>
                <a:ea typeface="Calibri"/>
                <a:cs typeface="Calibri"/>
                <a:sym typeface="Calibri"/>
              </a:rPr>
              <a:t>하는 </a:t>
            </a:r>
            <a:r>
              <a:rPr b="1" lang="ko" sz="2500" u="sng">
                <a:latin typeface="Calibri"/>
                <a:ea typeface="Calibri"/>
                <a:cs typeface="Calibri"/>
                <a:sym typeface="Calibri"/>
              </a:rPr>
              <a:t>대참사</a:t>
            </a:r>
            <a:r>
              <a:rPr b="1" lang="ko" sz="2500">
                <a:latin typeface="Calibri"/>
                <a:ea typeface="Calibri"/>
                <a:cs typeface="Calibri"/>
                <a:sym typeface="Calibri"/>
              </a:rPr>
              <a:t>도 일어난다...</a:t>
            </a:r>
            <a:endParaRPr b="1" sz="25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9"/>
          <p:cNvSpPr txBox="1"/>
          <p:nvPr>
            <p:ph type="ctrTitle"/>
          </p:nvPr>
        </p:nvSpPr>
        <p:spPr>
          <a:xfrm>
            <a:off x="86950" y="309550"/>
            <a:ext cx="5202900" cy="735000"/>
          </a:xfrm>
          <a:prstGeom prst="rect">
            <a:avLst/>
          </a:prstGeom>
        </p:spPr>
        <p:txBody>
          <a:bodyPr anchorCtr="0" anchor="ctr" bIns="22850" lIns="45725" spcFirstLastPara="1" rIns="45725" wrap="square" tIns="2285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2400"/>
              <a:t>슬기로운 건강생활’s Story Board</a:t>
            </a:r>
            <a:endParaRPr sz="2400"/>
          </a:p>
        </p:txBody>
      </p:sp>
      <p:sp>
        <p:nvSpPr>
          <p:cNvPr id="239" name="Google Shape;239;p39"/>
          <p:cNvSpPr txBox="1"/>
          <p:nvPr>
            <p:ph idx="1" type="subTitle"/>
          </p:nvPr>
        </p:nvSpPr>
        <p:spPr>
          <a:xfrm>
            <a:off x="685800" y="1943100"/>
            <a:ext cx="3200400" cy="876300"/>
          </a:xfrm>
          <a:prstGeom prst="rect">
            <a:avLst/>
          </a:prstGeom>
        </p:spPr>
        <p:txBody>
          <a:bodyPr anchorCtr="0" anchor="t" bIns="22850" lIns="45725" spcFirstLastPara="1" rIns="45725" wrap="square" tIns="22850">
            <a:normAutofit/>
          </a:bodyPr>
          <a:lstStyle/>
          <a:p>
            <a:pPr indent="0" lvl="0" marL="0" rtl="0" algn="ctr"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40"/>
          <p:cNvSpPr txBox="1"/>
          <p:nvPr>
            <p:ph type="ctrTitle"/>
          </p:nvPr>
        </p:nvSpPr>
        <p:spPr>
          <a:xfrm>
            <a:off x="-351875" y="223863"/>
            <a:ext cx="3886200" cy="735000"/>
          </a:xfrm>
          <a:prstGeom prst="rect">
            <a:avLst/>
          </a:prstGeom>
        </p:spPr>
        <p:txBody>
          <a:bodyPr anchorCtr="0" anchor="ctr" bIns="22850" lIns="45725" spcFirstLastPara="1" rIns="45725" wrap="square" tIns="22850">
            <a:noAutofit/>
          </a:bodyPr>
          <a:lstStyle/>
          <a:p>
            <a:pPr indent="-546100" lvl="0" marL="457200" rtl="0" algn="ctr">
              <a:spcBef>
                <a:spcPts val="0"/>
              </a:spcBef>
              <a:spcAft>
                <a:spcPts val="0"/>
              </a:spcAft>
              <a:buSzPts val="5000"/>
              <a:buChar char="❏"/>
            </a:pPr>
            <a:r>
              <a:rPr lang="ko" sz="5000"/>
              <a:t>OOP</a:t>
            </a:r>
            <a:endParaRPr sz="5000"/>
          </a:p>
        </p:txBody>
      </p:sp>
      <p:pic>
        <p:nvPicPr>
          <p:cNvPr id="245" name="Google Shape;245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42250" y="903350"/>
            <a:ext cx="6745774" cy="4240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41"/>
          <p:cNvSpPr txBox="1"/>
          <p:nvPr>
            <p:ph type="ctrTitle"/>
          </p:nvPr>
        </p:nvSpPr>
        <p:spPr>
          <a:xfrm>
            <a:off x="-450975" y="199838"/>
            <a:ext cx="3886200" cy="735000"/>
          </a:xfrm>
          <a:prstGeom prst="rect">
            <a:avLst/>
          </a:prstGeom>
        </p:spPr>
        <p:txBody>
          <a:bodyPr anchorCtr="0" anchor="ctr" bIns="22850" lIns="45725" spcFirstLastPara="1" rIns="45725" wrap="square" tIns="22850">
            <a:noAutofit/>
          </a:bodyPr>
          <a:lstStyle/>
          <a:p>
            <a:pPr indent="-514350" lvl="0" marL="457200" rtl="0" algn="ctr">
              <a:spcBef>
                <a:spcPts val="0"/>
              </a:spcBef>
              <a:spcAft>
                <a:spcPts val="0"/>
              </a:spcAft>
              <a:buSzPts val="4500"/>
              <a:buChar char="❏"/>
            </a:pPr>
            <a:r>
              <a:rPr lang="ko" sz="4500"/>
              <a:t>객체</a:t>
            </a:r>
            <a:endParaRPr sz="4500"/>
          </a:p>
        </p:txBody>
      </p:sp>
      <p:pic>
        <p:nvPicPr>
          <p:cNvPr id="251" name="Google Shape;251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9000" y="1129838"/>
            <a:ext cx="8180544" cy="37088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Google Shape;256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11675" y="1072588"/>
            <a:ext cx="6320650" cy="2998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43"/>
          <p:cNvSpPr txBox="1"/>
          <p:nvPr>
            <p:ph type="ctrTitle"/>
          </p:nvPr>
        </p:nvSpPr>
        <p:spPr>
          <a:xfrm>
            <a:off x="-585025" y="107238"/>
            <a:ext cx="3886200" cy="735000"/>
          </a:xfrm>
          <a:prstGeom prst="rect">
            <a:avLst/>
          </a:prstGeom>
        </p:spPr>
        <p:txBody>
          <a:bodyPr anchorCtr="0" anchor="ctr" bIns="22850" lIns="45725" spcFirstLastPara="1" rIns="45725" wrap="square" tIns="22850">
            <a:noAutofit/>
          </a:bodyPr>
          <a:lstStyle/>
          <a:p>
            <a:pPr indent="-546100" lvl="0" marL="457200" rtl="0" algn="ctr">
              <a:spcBef>
                <a:spcPts val="0"/>
              </a:spcBef>
              <a:spcAft>
                <a:spcPts val="0"/>
              </a:spcAft>
              <a:buSzPts val="5000"/>
              <a:buChar char="❏"/>
            </a:pPr>
            <a:r>
              <a:rPr lang="ko" sz="5000"/>
              <a:t>Dart</a:t>
            </a:r>
            <a:endParaRPr sz="5000"/>
          </a:p>
        </p:txBody>
      </p:sp>
      <p:pic>
        <p:nvPicPr>
          <p:cNvPr id="262" name="Google Shape;262;p43"/>
          <p:cNvPicPr preferRelativeResize="0"/>
          <p:nvPr/>
        </p:nvPicPr>
        <p:blipFill rotWithShape="1">
          <a:blip r:embed="rId3">
            <a:alphaModFix/>
          </a:blip>
          <a:srcRect b="35448" l="57047" r="7051" t="35477"/>
          <a:stretch/>
        </p:blipFill>
        <p:spPr>
          <a:xfrm>
            <a:off x="371088" y="1096950"/>
            <a:ext cx="8401824" cy="38271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44"/>
          <p:cNvSpPr txBox="1"/>
          <p:nvPr>
            <p:ph type="ctrTitle"/>
          </p:nvPr>
        </p:nvSpPr>
        <p:spPr>
          <a:xfrm>
            <a:off x="-585025" y="107238"/>
            <a:ext cx="3886200" cy="735000"/>
          </a:xfrm>
          <a:prstGeom prst="rect">
            <a:avLst/>
          </a:prstGeom>
        </p:spPr>
        <p:txBody>
          <a:bodyPr anchorCtr="0" anchor="ctr" bIns="22850" lIns="45725" spcFirstLastPara="1" rIns="45725" wrap="square" tIns="22850">
            <a:noAutofit/>
          </a:bodyPr>
          <a:lstStyle/>
          <a:p>
            <a:pPr indent="-546100" lvl="0" marL="457200" rtl="0" algn="ctr">
              <a:spcBef>
                <a:spcPts val="0"/>
              </a:spcBef>
              <a:spcAft>
                <a:spcPts val="0"/>
              </a:spcAft>
              <a:buSzPts val="5000"/>
              <a:buChar char="❏"/>
            </a:pPr>
            <a:r>
              <a:rPr lang="ko" sz="5000"/>
              <a:t>Dart</a:t>
            </a:r>
            <a:endParaRPr sz="5000"/>
          </a:p>
        </p:txBody>
      </p:sp>
      <p:pic>
        <p:nvPicPr>
          <p:cNvPr id="268" name="Google Shape;268;p44"/>
          <p:cNvPicPr preferRelativeResize="0"/>
          <p:nvPr/>
        </p:nvPicPr>
        <p:blipFill rotWithShape="1">
          <a:blip r:embed="rId3">
            <a:alphaModFix/>
          </a:blip>
          <a:srcRect b="25063" l="33488" r="0" t="8438"/>
          <a:stretch/>
        </p:blipFill>
        <p:spPr>
          <a:xfrm>
            <a:off x="2884600" y="310313"/>
            <a:ext cx="4921525" cy="45228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5"/>
          <p:cNvSpPr txBox="1"/>
          <p:nvPr>
            <p:ph type="ctrTitle"/>
          </p:nvPr>
        </p:nvSpPr>
        <p:spPr>
          <a:xfrm>
            <a:off x="2532925" y="221388"/>
            <a:ext cx="3886200" cy="735000"/>
          </a:xfrm>
          <a:prstGeom prst="rect">
            <a:avLst/>
          </a:prstGeom>
        </p:spPr>
        <p:txBody>
          <a:bodyPr anchorCtr="0" anchor="ctr" bIns="22850" lIns="45725" spcFirstLastPara="1" rIns="45725" wrap="square" tIns="2285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연간 프로젝트 일정표</a:t>
            </a:r>
            <a:endParaRPr/>
          </a:p>
        </p:txBody>
      </p:sp>
      <p:graphicFrame>
        <p:nvGraphicFramePr>
          <p:cNvPr id="274" name="Google Shape;274;p45"/>
          <p:cNvGraphicFramePr/>
          <p:nvPr/>
        </p:nvGraphicFramePr>
        <p:xfrm>
          <a:off x="1107675" y="15173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{D1E9742D-C93D-4FD6-BD82-F3A492F2C9AF}</a:tableStyleId>
              </a:tblPr>
              <a:tblGrid>
                <a:gridCol w="1028575"/>
                <a:gridCol w="1028550"/>
                <a:gridCol w="1028550"/>
                <a:gridCol w="958275"/>
                <a:gridCol w="928100"/>
                <a:gridCol w="1008500"/>
                <a:gridCol w="978300"/>
                <a:gridCol w="9683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5월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6월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7월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8월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9월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10월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11월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12월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275" name="Google Shape;275;p45"/>
          <p:cNvGraphicFramePr/>
          <p:nvPr/>
        </p:nvGraphicFramePr>
        <p:xfrm>
          <a:off x="79100" y="15173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{D1E9742D-C93D-4FD6-BD82-F3A492F2C9AF}</a:tableStyleId>
              </a:tblPr>
              <a:tblGrid>
                <a:gridCol w="1028575"/>
              </a:tblGrid>
              <a:tr h="396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276" name="Google Shape;276;p45"/>
          <p:cNvGraphicFramePr/>
          <p:nvPr/>
        </p:nvGraphicFramePr>
        <p:xfrm>
          <a:off x="79100" y="19135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{D1E9742D-C93D-4FD6-BD82-F3A492F2C9AF}</a:tableStyleId>
              </a:tblPr>
              <a:tblGrid>
                <a:gridCol w="1028575"/>
              </a:tblGrid>
              <a:tr h="7426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스토리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보드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802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사이트 맵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833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피그마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7825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플러터 개발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277" name="Google Shape;277;p45"/>
          <p:cNvGraphicFramePr/>
          <p:nvPr/>
        </p:nvGraphicFramePr>
        <p:xfrm>
          <a:off x="1107675" y="19135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{D1E9742D-C93D-4FD6-BD82-F3A492F2C9AF}</a:tableStyleId>
              </a:tblPr>
              <a:tblGrid>
                <a:gridCol w="1028575"/>
                <a:gridCol w="1028550"/>
                <a:gridCol w="1028550"/>
                <a:gridCol w="958275"/>
                <a:gridCol w="928100"/>
                <a:gridCol w="1008500"/>
                <a:gridCol w="978300"/>
                <a:gridCol w="968300"/>
              </a:tblGrid>
              <a:tr h="7426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  <a:tr h="802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  <a:tr h="833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  <a:tr h="790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278" name="Google Shape;278;p45"/>
          <p:cNvSpPr/>
          <p:nvPr/>
        </p:nvSpPr>
        <p:spPr>
          <a:xfrm>
            <a:off x="1107675" y="2169925"/>
            <a:ext cx="1028700" cy="2511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FF00FF"/>
          </a:solidFill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45"/>
          <p:cNvSpPr/>
          <p:nvPr/>
        </p:nvSpPr>
        <p:spPr>
          <a:xfrm>
            <a:off x="1107800" y="2963550"/>
            <a:ext cx="1028700" cy="2511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00FFFF"/>
          </a:solidFill>
          <a:ln cap="flat" cmpd="sng" w="9525">
            <a:solidFill>
              <a:srgbClr val="00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45"/>
          <p:cNvSpPr/>
          <p:nvPr/>
        </p:nvSpPr>
        <p:spPr>
          <a:xfrm>
            <a:off x="1107675" y="3757175"/>
            <a:ext cx="1685100" cy="2511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45"/>
          <p:cNvSpPr/>
          <p:nvPr/>
        </p:nvSpPr>
        <p:spPr>
          <a:xfrm>
            <a:off x="1107650" y="4550800"/>
            <a:ext cx="7927200" cy="3216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FF9900"/>
          </a:solidFill>
          <a:ln cap="flat" cmpd="sng" w="9525">
            <a:solidFill>
              <a:srgbClr val="FF99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6"/>
          <p:cNvSpPr txBox="1"/>
          <p:nvPr>
            <p:ph type="ctrTitle"/>
          </p:nvPr>
        </p:nvSpPr>
        <p:spPr>
          <a:xfrm>
            <a:off x="342900" y="1065213"/>
            <a:ext cx="3886200" cy="735000"/>
          </a:xfrm>
          <a:prstGeom prst="rect">
            <a:avLst/>
          </a:prstGeom>
        </p:spPr>
        <p:txBody>
          <a:bodyPr anchorCtr="0" anchor="ctr" bIns="22850" lIns="45725" spcFirstLastPara="1" rIns="45725" wrap="square" tIns="2285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End</a:t>
            </a:r>
            <a:endParaRPr/>
          </a:p>
        </p:txBody>
      </p:sp>
      <p:sp>
        <p:nvSpPr>
          <p:cNvPr id="287" name="Google Shape;287;p46"/>
          <p:cNvSpPr txBox="1"/>
          <p:nvPr>
            <p:ph idx="1" type="subTitle"/>
          </p:nvPr>
        </p:nvSpPr>
        <p:spPr>
          <a:xfrm>
            <a:off x="685800" y="1943100"/>
            <a:ext cx="3200400" cy="876300"/>
          </a:xfrm>
          <a:prstGeom prst="rect">
            <a:avLst/>
          </a:prstGeom>
        </p:spPr>
        <p:txBody>
          <a:bodyPr anchorCtr="0" anchor="t" bIns="22850" lIns="45725" spcFirstLastPara="1" rIns="45725" wrap="square" tIns="22850">
            <a:normAutofit/>
          </a:bodyPr>
          <a:lstStyle/>
          <a:p>
            <a:pPr indent="0" lvl="0" marL="0" rtl="0" algn="ctr"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